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8" r:id="rId3"/>
    <p:sldId id="273" r:id="rId4"/>
    <p:sldId id="274" r:id="rId5"/>
    <p:sldId id="275" r:id="rId6"/>
    <p:sldId id="277" r:id="rId7"/>
    <p:sldId id="276" r:id="rId8"/>
    <p:sldId id="278" r:id="rId9"/>
    <p:sldId id="279" r:id="rId10"/>
    <p:sldId id="309" r:id="rId11"/>
    <p:sldId id="280" r:id="rId12"/>
    <p:sldId id="281" r:id="rId13"/>
    <p:sldId id="256" r:id="rId14"/>
    <p:sldId id="290" r:id="rId15"/>
    <p:sldId id="260" r:id="rId16"/>
    <p:sldId id="285" r:id="rId17"/>
    <p:sldId id="258" r:id="rId18"/>
    <p:sldId id="259" r:id="rId19"/>
    <p:sldId id="261" r:id="rId20"/>
    <p:sldId id="284" r:id="rId21"/>
    <p:sldId id="286" r:id="rId22"/>
    <p:sldId id="291" r:id="rId23"/>
    <p:sldId id="292" r:id="rId24"/>
    <p:sldId id="263" r:id="rId25"/>
    <p:sldId id="264" r:id="rId26"/>
    <p:sldId id="265" r:id="rId27"/>
    <p:sldId id="293" r:id="rId28"/>
    <p:sldId id="294" r:id="rId29"/>
    <p:sldId id="266" r:id="rId30"/>
    <p:sldId id="287" r:id="rId31"/>
    <p:sldId id="295" r:id="rId32"/>
    <p:sldId id="296" r:id="rId33"/>
    <p:sldId id="297" r:id="rId34"/>
    <p:sldId id="298" r:id="rId35"/>
    <p:sldId id="267" r:id="rId36"/>
    <p:sldId id="268" r:id="rId37"/>
    <p:sldId id="299" r:id="rId38"/>
    <p:sldId id="269" r:id="rId39"/>
    <p:sldId id="288" r:id="rId40"/>
    <p:sldId id="262" r:id="rId41"/>
    <p:sldId id="270" r:id="rId42"/>
    <p:sldId id="272" r:id="rId43"/>
    <p:sldId id="300" r:id="rId44"/>
    <p:sldId id="301" r:id="rId45"/>
    <p:sldId id="289" r:id="rId46"/>
    <p:sldId id="302" r:id="rId47"/>
    <p:sldId id="271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6FC09E-CD57-4E16-808A-2FC3F178069F}" v="161" dt="2024-04-11T00:44:04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5" d="100"/>
          <a:sy n="65" d="100"/>
        </p:scale>
        <p:origin x="9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quin rodriguez tortora" userId="522e501330026e27" providerId="LiveId" clId="{836FC09E-CD57-4E16-808A-2FC3F178069F}"/>
    <pc:docChg chg="undo custSel addSld delSld modSld sldOrd">
      <pc:chgData name="Joaquin rodriguez tortora" userId="522e501330026e27" providerId="LiveId" clId="{836FC09E-CD57-4E16-808A-2FC3F178069F}" dt="2024-04-11T00:44:04.735" v="1535" actId="20577"/>
      <pc:docMkLst>
        <pc:docMk/>
      </pc:docMkLst>
      <pc:sldChg chg="ord">
        <pc:chgData name="Joaquin rodriguez tortora" userId="522e501330026e27" providerId="LiveId" clId="{836FC09E-CD57-4E16-808A-2FC3F178069F}" dt="2024-04-10T00:59:42.596" v="427"/>
        <pc:sldMkLst>
          <pc:docMk/>
          <pc:sldMk cId="864251956" sldId="256"/>
        </pc:sldMkLst>
      </pc:sldChg>
      <pc:sldChg chg="modSp">
        <pc:chgData name="Joaquin rodriguez tortora" userId="522e501330026e27" providerId="LiveId" clId="{836FC09E-CD57-4E16-808A-2FC3F178069F}" dt="2024-04-11T00:18:19.475" v="1265" actId="113"/>
        <pc:sldMkLst>
          <pc:docMk/>
          <pc:sldMk cId="3386379569" sldId="257"/>
        </pc:sldMkLst>
        <pc:spChg chg="mod">
          <ac:chgData name="Joaquin rodriguez tortora" userId="522e501330026e27" providerId="LiveId" clId="{836FC09E-CD57-4E16-808A-2FC3F178069F}" dt="2024-04-11T00:18:19.475" v="1265" actId="113"/>
          <ac:spMkLst>
            <pc:docMk/>
            <pc:sldMk cId="3386379569" sldId="257"/>
            <ac:spMk id="2" creationId="{22E3BFF4-96F5-15F9-0221-66244CB46B1A}"/>
          </ac:spMkLst>
        </pc:spChg>
      </pc:sldChg>
      <pc:sldChg chg="modSp mod ord">
        <pc:chgData name="Joaquin rodriguez tortora" userId="522e501330026e27" providerId="LiveId" clId="{836FC09E-CD57-4E16-808A-2FC3F178069F}" dt="2024-04-11T00:21:37.789" v="1304" actId="14100"/>
        <pc:sldMkLst>
          <pc:docMk/>
          <pc:sldMk cId="2705087171" sldId="258"/>
        </pc:sldMkLst>
        <pc:spChg chg="mod">
          <ac:chgData name="Joaquin rodriguez tortora" userId="522e501330026e27" providerId="LiveId" clId="{836FC09E-CD57-4E16-808A-2FC3F178069F}" dt="2024-04-11T00:21:37.789" v="1304" actId="14100"/>
          <ac:spMkLst>
            <pc:docMk/>
            <pc:sldMk cId="2705087171" sldId="258"/>
            <ac:spMk id="4" creationId="{075693D6-CC1F-F72E-AA65-FA0E23CBF1EC}"/>
          </ac:spMkLst>
        </pc:spChg>
      </pc:sldChg>
      <pc:sldChg chg="ord">
        <pc:chgData name="Joaquin rodriguez tortora" userId="522e501330026e27" providerId="LiveId" clId="{836FC09E-CD57-4E16-808A-2FC3F178069F}" dt="2024-04-10T01:03:24.795" v="460"/>
        <pc:sldMkLst>
          <pc:docMk/>
          <pc:sldMk cId="2306077201" sldId="259"/>
        </pc:sldMkLst>
      </pc:sldChg>
      <pc:sldChg chg="ord">
        <pc:chgData name="Joaquin rodriguez tortora" userId="522e501330026e27" providerId="LiveId" clId="{836FC09E-CD57-4E16-808A-2FC3F178069F}" dt="2024-04-10T01:03:22.141" v="458"/>
        <pc:sldMkLst>
          <pc:docMk/>
          <pc:sldMk cId="1289032365" sldId="260"/>
        </pc:sldMkLst>
      </pc:sldChg>
      <pc:sldChg chg="modSp mod ord">
        <pc:chgData name="Joaquin rodriguez tortora" userId="522e501330026e27" providerId="LiveId" clId="{836FC09E-CD57-4E16-808A-2FC3F178069F}" dt="2024-04-11T00:20:58.310" v="1295" actId="255"/>
        <pc:sldMkLst>
          <pc:docMk/>
          <pc:sldMk cId="2488620967" sldId="261"/>
        </pc:sldMkLst>
        <pc:spChg chg="mod">
          <ac:chgData name="Joaquin rodriguez tortora" userId="522e501330026e27" providerId="LiveId" clId="{836FC09E-CD57-4E16-808A-2FC3F178069F}" dt="2024-04-11T00:20:58.310" v="1295" actId="255"/>
          <ac:spMkLst>
            <pc:docMk/>
            <pc:sldMk cId="2488620967" sldId="261"/>
            <ac:spMk id="2" creationId="{CFFDE198-52B2-C93E-BAC0-D9C0612D558A}"/>
          </ac:spMkLst>
        </pc:spChg>
      </pc:sldChg>
      <pc:sldChg chg="ord">
        <pc:chgData name="Joaquin rodriguez tortora" userId="522e501330026e27" providerId="LiveId" clId="{836FC09E-CD57-4E16-808A-2FC3F178069F}" dt="2024-04-10T01:35:38.986" v="844"/>
        <pc:sldMkLst>
          <pc:docMk/>
          <pc:sldMk cId="990227861" sldId="262"/>
        </pc:sldMkLst>
      </pc:sldChg>
      <pc:sldChg chg="ord">
        <pc:chgData name="Joaquin rodriguez tortora" userId="522e501330026e27" providerId="LiveId" clId="{836FC09E-CD57-4E16-808A-2FC3F178069F}" dt="2024-04-10T01:12:25.719" v="630"/>
        <pc:sldMkLst>
          <pc:docMk/>
          <pc:sldMk cId="1264157455" sldId="263"/>
        </pc:sldMkLst>
      </pc:sldChg>
      <pc:sldChg chg="modSp mod ord">
        <pc:chgData name="Joaquin rodriguez tortora" userId="522e501330026e27" providerId="LiveId" clId="{836FC09E-CD57-4E16-808A-2FC3F178069F}" dt="2024-04-11T00:21:59.607" v="1307" actId="20577"/>
        <pc:sldMkLst>
          <pc:docMk/>
          <pc:sldMk cId="1668070685" sldId="264"/>
        </pc:sldMkLst>
        <pc:spChg chg="mod">
          <ac:chgData name="Joaquin rodriguez tortora" userId="522e501330026e27" providerId="LiveId" clId="{836FC09E-CD57-4E16-808A-2FC3F178069F}" dt="2024-04-11T00:21:59.607" v="1307" actId="20577"/>
          <ac:spMkLst>
            <pc:docMk/>
            <pc:sldMk cId="1668070685" sldId="264"/>
            <ac:spMk id="2" creationId="{1CBD8E6F-C56F-3D50-A357-ABB55A2B8BA0}"/>
          </ac:spMkLst>
        </pc:spChg>
      </pc:sldChg>
      <pc:sldChg chg="ord">
        <pc:chgData name="Joaquin rodriguez tortora" userId="522e501330026e27" providerId="LiveId" clId="{836FC09E-CD57-4E16-808A-2FC3F178069F}" dt="2024-04-10T01:12:56.691" v="640"/>
        <pc:sldMkLst>
          <pc:docMk/>
          <pc:sldMk cId="4287119303" sldId="265"/>
        </pc:sldMkLst>
      </pc:sldChg>
      <pc:sldChg chg="modSp mod ord">
        <pc:chgData name="Joaquin rodriguez tortora" userId="522e501330026e27" providerId="LiveId" clId="{836FC09E-CD57-4E16-808A-2FC3F178069F}" dt="2024-04-11T00:22:17.137" v="1311" actId="20577"/>
        <pc:sldMkLst>
          <pc:docMk/>
          <pc:sldMk cId="1357825632" sldId="266"/>
        </pc:sldMkLst>
        <pc:spChg chg="mod">
          <ac:chgData name="Joaquin rodriguez tortora" userId="522e501330026e27" providerId="LiveId" clId="{836FC09E-CD57-4E16-808A-2FC3F178069F}" dt="2024-04-11T00:22:17.137" v="1311" actId="20577"/>
          <ac:spMkLst>
            <pc:docMk/>
            <pc:sldMk cId="1357825632" sldId="266"/>
            <ac:spMk id="6" creationId="{598711DE-8D34-DC8C-B14E-F6031B2B2E9C}"/>
          </ac:spMkLst>
        </pc:spChg>
      </pc:sldChg>
      <pc:sldChg chg="modSp mod ord">
        <pc:chgData name="Joaquin rodriguez tortora" userId="522e501330026e27" providerId="LiveId" clId="{836FC09E-CD57-4E16-808A-2FC3F178069F}" dt="2024-04-11T00:23:09.250" v="1323" actId="1076"/>
        <pc:sldMkLst>
          <pc:docMk/>
          <pc:sldMk cId="911006793" sldId="267"/>
        </pc:sldMkLst>
        <pc:spChg chg="mod">
          <ac:chgData name="Joaquin rodriguez tortora" userId="522e501330026e27" providerId="LiveId" clId="{836FC09E-CD57-4E16-808A-2FC3F178069F}" dt="2024-04-11T00:23:09.250" v="1323" actId="1076"/>
          <ac:spMkLst>
            <pc:docMk/>
            <pc:sldMk cId="911006793" sldId="267"/>
            <ac:spMk id="2" creationId="{47AC0386-9506-8E25-8749-7C18F007EE70}"/>
          </ac:spMkLst>
        </pc:spChg>
      </pc:sldChg>
      <pc:sldChg chg="ord">
        <pc:chgData name="Joaquin rodriguez tortora" userId="522e501330026e27" providerId="LiveId" clId="{836FC09E-CD57-4E16-808A-2FC3F178069F}" dt="2024-04-10T01:31:39.486" v="788"/>
        <pc:sldMkLst>
          <pc:docMk/>
          <pc:sldMk cId="2655352040" sldId="268"/>
        </pc:sldMkLst>
      </pc:sldChg>
      <pc:sldChg chg="ord">
        <pc:chgData name="Joaquin rodriguez tortora" userId="522e501330026e27" providerId="LiveId" clId="{836FC09E-CD57-4E16-808A-2FC3F178069F}" dt="2024-04-10T01:33:53.266" v="842"/>
        <pc:sldMkLst>
          <pc:docMk/>
          <pc:sldMk cId="2702616939" sldId="269"/>
        </pc:sldMkLst>
      </pc:sldChg>
      <pc:sldChg chg="ord">
        <pc:chgData name="Joaquin rodriguez tortora" userId="522e501330026e27" providerId="LiveId" clId="{836FC09E-CD57-4E16-808A-2FC3F178069F}" dt="2024-04-10T01:35:40.617" v="846"/>
        <pc:sldMkLst>
          <pc:docMk/>
          <pc:sldMk cId="3641813611" sldId="270"/>
        </pc:sldMkLst>
      </pc:sldChg>
      <pc:sldChg chg="ord">
        <pc:chgData name="Joaquin rodriguez tortora" userId="522e501330026e27" providerId="LiveId" clId="{836FC09E-CD57-4E16-808A-2FC3F178069F}" dt="2024-04-10T01:35:43.387" v="848"/>
        <pc:sldMkLst>
          <pc:docMk/>
          <pc:sldMk cId="4021866399" sldId="272"/>
        </pc:sldMkLst>
      </pc:sldChg>
      <pc:sldChg chg="addSp delSp modSp new mod ord setBg">
        <pc:chgData name="Joaquin rodriguez tortora" userId="522e501330026e27" providerId="LiveId" clId="{836FC09E-CD57-4E16-808A-2FC3F178069F}" dt="2024-04-11T00:38:50.797" v="1407"/>
        <pc:sldMkLst>
          <pc:docMk/>
          <pc:sldMk cId="1032974561" sldId="273"/>
        </pc:sldMkLst>
        <pc:spChg chg="mod">
          <ac:chgData name="Joaquin rodriguez tortora" userId="522e501330026e27" providerId="LiveId" clId="{836FC09E-CD57-4E16-808A-2FC3F178069F}" dt="2024-04-11T00:18:24.087" v="1266" actId="113"/>
          <ac:spMkLst>
            <pc:docMk/>
            <pc:sldMk cId="1032974561" sldId="273"/>
            <ac:spMk id="2" creationId="{555290F3-1968-B20E-EDA7-D820315513F0}"/>
          </ac:spMkLst>
        </pc:spChg>
        <pc:spChg chg="del">
          <ac:chgData name="Joaquin rodriguez tortora" userId="522e501330026e27" providerId="LiveId" clId="{836FC09E-CD57-4E16-808A-2FC3F178069F}" dt="2024-04-10T00:31:34.555" v="17" actId="478"/>
          <ac:spMkLst>
            <pc:docMk/>
            <pc:sldMk cId="1032974561" sldId="273"/>
            <ac:spMk id="3" creationId="{07992BC5-BDD4-CCB7-42E1-513373C5F939}"/>
          </ac:spMkLst>
        </pc:spChg>
        <pc:spChg chg="add">
          <ac:chgData name="Joaquin rodriguez tortora" userId="522e501330026e27" providerId="LiveId" clId="{836FC09E-CD57-4E16-808A-2FC3F178069F}" dt="2024-04-10T00:44:31.005" v="232" actId="26606"/>
          <ac:spMkLst>
            <pc:docMk/>
            <pc:sldMk cId="1032974561" sldId="273"/>
            <ac:spMk id="7" creationId="{3677BAFB-3BD3-41BB-9107-FAE224AE21C4}"/>
          </ac:spMkLst>
        </pc:spChg>
        <pc:spChg chg="add">
          <ac:chgData name="Joaquin rodriguez tortora" userId="522e501330026e27" providerId="LiveId" clId="{836FC09E-CD57-4E16-808A-2FC3F178069F}" dt="2024-04-10T00:44:31.005" v="232" actId="26606"/>
          <ac:spMkLst>
            <pc:docMk/>
            <pc:sldMk cId="1032974561" sldId="273"/>
            <ac:spMk id="9" creationId="{E6823A9B-C188-42D4-847C-3AD928DB145C}"/>
          </ac:spMkLst>
        </pc:spChg>
        <pc:spChg chg="add">
          <ac:chgData name="Joaquin rodriguez tortora" userId="522e501330026e27" providerId="LiveId" clId="{836FC09E-CD57-4E16-808A-2FC3F178069F}" dt="2024-04-10T00:44:31.005" v="232" actId="26606"/>
          <ac:spMkLst>
            <pc:docMk/>
            <pc:sldMk cId="1032974561" sldId="273"/>
            <ac:spMk id="11" creationId="{34B557F3-1A0C-4749-A6DB-EAC082DF390B}"/>
          </ac:spMkLst>
        </pc:spChg>
        <pc:spChg chg="add">
          <ac:chgData name="Joaquin rodriguez tortora" userId="522e501330026e27" providerId="LiveId" clId="{836FC09E-CD57-4E16-808A-2FC3F178069F}" dt="2024-04-10T00:44:31.005" v="232" actId="26606"/>
          <ac:spMkLst>
            <pc:docMk/>
            <pc:sldMk cId="1032974561" sldId="273"/>
            <ac:spMk id="13" creationId="{55D55AA6-3751-494F-868A-DCEDC5CE82BF}"/>
          </ac:spMkLst>
        </pc:spChg>
        <pc:spChg chg="add">
          <ac:chgData name="Joaquin rodriguez tortora" userId="522e501330026e27" providerId="LiveId" clId="{836FC09E-CD57-4E16-808A-2FC3F178069F}" dt="2024-04-10T00:44:31.005" v="232" actId="26606"/>
          <ac:spMkLst>
            <pc:docMk/>
            <pc:sldMk cId="1032974561" sldId="273"/>
            <ac:spMk id="15" creationId="{4D4C00DC-4DC6-4CD2-9E31-F17E6CEBC5A6}"/>
          </ac:spMkLst>
        </pc:spChg>
        <pc:spChg chg="add">
          <ac:chgData name="Joaquin rodriguez tortora" userId="522e501330026e27" providerId="LiveId" clId="{836FC09E-CD57-4E16-808A-2FC3F178069F}" dt="2024-04-10T00:44:31.005" v="232" actId="26606"/>
          <ac:spMkLst>
            <pc:docMk/>
            <pc:sldMk cId="1032974561" sldId="273"/>
            <ac:spMk id="17" creationId="{D82AB1B2-7970-42CF-8BF5-567C69E9FFFB}"/>
          </ac:spMkLst>
        </pc:spChg>
        <pc:spChg chg="add">
          <ac:chgData name="Joaquin rodriguez tortora" userId="522e501330026e27" providerId="LiveId" clId="{836FC09E-CD57-4E16-808A-2FC3F178069F}" dt="2024-04-10T00:44:31.005" v="232" actId="26606"/>
          <ac:spMkLst>
            <pc:docMk/>
            <pc:sldMk cId="1032974561" sldId="273"/>
            <ac:spMk id="23" creationId="{C10FB9CA-E7FA-462C-B537-F1224ED1ACF4}"/>
          </ac:spMkLst>
        </pc:spChg>
        <pc:spChg chg="add">
          <ac:chgData name="Joaquin rodriguez tortora" userId="522e501330026e27" providerId="LiveId" clId="{836FC09E-CD57-4E16-808A-2FC3F178069F}" dt="2024-04-10T00:44:31.005" v="232" actId="26606"/>
          <ac:spMkLst>
            <pc:docMk/>
            <pc:sldMk cId="1032974561" sldId="273"/>
            <ac:spMk id="25" creationId="{D8469AE7-A75B-4F37-850B-EF5974ABED2C}"/>
          </ac:spMkLst>
        </pc:spChg>
        <pc:grpChg chg="add">
          <ac:chgData name="Joaquin rodriguez tortora" userId="522e501330026e27" providerId="LiveId" clId="{836FC09E-CD57-4E16-808A-2FC3F178069F}" dt="2024-04-10T00:44:31.005" v="232" actId="26606"/>
          <ac:grpSpMkLst>
            <pc:docMk/>
            <pc:sldMk cId="1032974561" sldId="273"/>
            <ac:grpSpMk id="19" creationId="{66FB5A75-BDE2-4F12-A95B-C48788A7685C}"/>
          </ac:grpSpMkLst>
        </pc:grpChg>
        <pc:grpChg chg="add">
          <ac:chgData name="Joaquin rodriguez tortora" userId="522e501330026e27" providerId="LiveId" clId="{836FC09E-CD57-4E16-808A-2FC3F178069F}" dt="2024-04-10T00:44:31.005" v="232" actId="26606"/>
          <ac:grpSpMkLst>
            <pc:docMk/>
            <pc:sldMk cId="1032974561" sldId="273"/>
            <ac:grpSpMk id="27" creationId="{63301095-70B2-49AA-8DA9-A35629AD621C}"/>
          </ac:grpSpMkLst>
        </pc:grpChg>
      </pc:sldChg>
      <pc:sldChg chg="addSp modSp new mod setBg addAnim">
        <pc:chgData name="Joaquin rodriguez tortora" userId="522e501330026e27" providerId="LiveId" clId="{836FC09E-CD57-4E16-808A-2FC3F178069F}" dt="2024-04-11T00:19:40.529" v="1280" actId="113"/>
        <pc:sldMkLst>
          <pc:docMk/>
          <pc:sldMk cId="3549532201" sldId="274"/>
        </pc:sldMkLst>
        <pc:spChg chg="mod">
          <ac:chgData name="Joaquin rodriguez tortora" userId="522e501330026e27" providerId="LiveId" clId="{836FC09E-CD57-4E16-808A-2FC3F178069F}" dt="2024-04-11T00:19:40.529" v="1280" actId="113"/>
          <ac:spMkLst>
            <pc:docMk/>
            <pc:sldMk cId="3549532201" sldId="274"/>
            <ac:spMk id="2" creationId="{A3D848EF-9B26-588F-BDF8-1A8467AC6E7B}"/>
          </ac:spMkLst>
        </pc:spChg>
        <pc:spChg chg="add mod">
          <ac:chgData name="Joaquin rodriguez tortora" userId="522e501330026e27" providerId="LiveId" clId="{836FC09E-CD57-4E16-808A-2FC3F178069F}" dt="2024-04-10T00:44:45.870" v="233" actId="26606"/>
          <ac:spMkLst>
            <pc:docMk/>
            <pc:sldMk cId="3549532201" sldId="274"/>
            <ac:spMk id="3" creationId="{E4D5B152-0219-A953-5236-962E59F84F17}"/>
          </ac:spMkLst>
        </pc:spChg>
        <pc:spChg chg="add">
          <ac:chgData name="Joaquin rodriguez tortora" userId="522e501330026e27" providerId="LiveId" clId="{836FC09E-CD57-4E16-808A-2FC3F178069F}" dt="2024-04-10T00:44:45.870" v="233" actId="26606"/>
          <ac:spMkLst>
            <pc:docMk/>
            <pc:sldMk cId="3549532201" sldId="274"/>
            <ac:spMk id="8" creationId="{489B7BFD-8F45-4093-AD9C-91B15B0503D9}"/>
          </ac:spMkLst>
        </pc:spChg>
        <pc:spChg chg="add">
          <ac:chgData name="Joaquin rodriguez tortora" userId="522e501330026e27" providerId="LiveId" clId="{836FC09E-CD57-4E16-808A-2FC3F178069F}" dt="2024-04-10T00:44:45.870" v="233" actId="26606"/>
          <ac:spMkLst>
            <pc:docMk/>
            <pc:sldMk cId="3549532201" sldId="274"/>
            <ac:spMk id="14" creationId="{498F8FF6-43B4-494A-AF8F-123A4983EDF7}"/>
          </ac:spMkLst>
        </pc:spChg>
        <pc:spChg chg="add">
          <ac:chgData name="Joaquin rodriguez tortora" userId="522e501330026e27" providerId="LiveId" clId="{836FC09E-CD57-4E16-808A-2FC3F178069F}" dt="2024-04-10T00:44:45.870" v="233" actId="26606"/>
          <ac:spMkLst>
            <pc:docMk/>
            <pc:sldMk cId="3549532201" sldId="274"/>
            <ac:spMk id="16" creationId="{2B06059C-C357-4011-82B9-9C0106301384}"/>
          </ac:spMkLst>
        </pc:spChg>
        <pc:spChg chg="add">
          <ac:chgData name="Joaquin rodriguez tortora" userId="522e501330026e27" providerId="LiveId" clId="{836FC09E-CD57-4E16-808A-2FC3F178069F}" dt="2024-04-10T00:44:45.870" v="233" actId="26606"/>
          <ac:spMkLst>
            <pc:docMk/>
            <pc:sldMk cId="3549532201" sldId="274"/>
            <ac:spMk id="18" creationId="{5AFEC601-A132-47EE-B0C2-B38ACD9FCE6F}"/>
          </ac:spMkLst>
        </pc:spChg>
        <pc:spChg chg="add">
          <ac:chgData name="Joaquin rodriguez tortora" userId="522e501330026e27" providerId="LiveId" clId="{836FC09E-CD57-4E16-808A-2FC3F178069F}" dt="2024-04-10T00:44:45.870" v="233" actId="26606"/>
          <ac:spMkLst>
            <pc:docMk/>
            <pc:sldMk cId="3549532201" sldId="274"/>
            <ac:spMk id="20" creationId="{279CAF82-0ECF-42BE-8F37-F71941E5D410}"/>
          </ac:spMkLst>
        </pc:spChg>
        <pc:spChg chg="add">
          <ac:chgData name="Joaquin rodriguez tortora" userId="522e501330026e27" providerId="LiveId" clId="{836FC09E-CD57-4E16-808A-2FC3F178069F}" dt="2024-04-10T00:44:45.870" v="233" actId="26606"/>
          <ac:spMkLst>
            <pc:docMk/>
            <pc:sldMk cId="3549532201" sldId="274"/>
            <ac:spMk id="22" creationId="{218E095B-4870-4AD5-9C41-C16D59523501}"/>
          </ac:spMkLst>
        </pc:spChg>
        <pc:spChg chg="add">
          <ac:chgData name="Joaquin rodriguez tortora" userId="522e501330026e27" providerId="LiveId" clId="{836FC09E-CD57-4E16-808A-2FC3F178069F}" dt="2024-04-10T00:44:45.870" v="233" actId="26606"/>
          <ac:spMkLst>
            <pc:docMk/>
            <pc:sldMk cId="3549532201" sldId="274"/>
            <ac:spMk id="31" creationId="{033BC44A-0661-43B4-9C14-FD5963C226AE}"/>
          </ac:spMkLst>
        </pc:spChg>
        <pc:spChg chg="add">
          <ac:chgData name="Joaquin rodriguez tortora" userId="522e501330026e27" providerId="LiveId" clId="{836FC09E-CD57-4E16-808A-2FC3F178069F}" dt="2024-04-10T00:44:45.870" v="233" actId="26606"/>
          <ac:spMkLst>
            <pc:docMk/>
            <pc:sldMk cId="3549532201" sldId="274"/>
            <ac:spMk id="33" creationId="{BE8CB2F0-2F5A-4EBD-B214-E0309C31F578}"/>
          </ac:spMkLst>
        </pc:spChg>
        <pc:spChg chg="add">
          <ac:chgData name="Joaquin rodriguez tortora" userId="522e501330026e27" providerId="LiveId" clId="{836FC09E-CD57-4E16-808A-2FC3F178069F}" dt="2024-04-10T00:44:45.870" v="233" actId="26606"/>
          <ac:spMkLst>
            <pc:docMk/>
            <pc:sldMk cId="3549532201" sldId="274"/>
            <ac:spMk id="35" creationId="{FFD3887D-244B-4EC4-9208-E304984C5D0F}"/>
          </ac:spMkLst>
        </pc:spChg>
        <pc:spChg chg="add">
          <ac:chgData name="Joaquin rodriguez tortora" userId="522e501330026e27" providerId="LiveId" clId="{836FC09E-CD57-4E16-808A-2FC3F178069F}" dt="2024-04-10T00:44:45.870" v="233" actId="26606"/>
          <ac:spMkLst>
            <pc:docMk/>
            <pc:sldMk cId="3549532201" sldId="274"/>
            <ac:spMk id="37" creationId="{97224C31-855E-4593-8A58-5B2B0CC4F537}"/>
          </ac:spMkLst>
        </pc:spChg>
        <pc:grpChg chg="add">
          <ac:chgData name="Joaquin rodriguez tortora" userId="522e501330026e27" providerId="LiveId" clId="{836FC09E-CD57-4E16-808A-2FC3F178069F}" dt="2024-04-10T00:44:45.870" v="233" actId="26606"/>
          <ac:grpSpMkLst>
            <pc:docMk/>
            <pc:sldMk cId="3549532201" sldId="274"/>
            <ac:grpSpMk id="10" creationId="{042BC7E5-76DB-4826-8C07-4A49B6353F76}"/>
          </ac:grpSpMkLst>
        </pc:grpChg>
        <pc:grpChg chg="add">
          <ac:chgData name="Joaquin rodriguez tortora" userId="522e501330026e27" providerId="LiveId" clId="{836FC09E-CD57-4E16-808A-2FC3F178069F}" dt="2024-04-10T00:44:45.870" v="233" actId="26606"/>
          <ac:grpSpMkLst>
            <pc:docMk/>
            <pc:sldMk cId="3549532201" sldId="274"/>
            <ac:grpSpMk id="24" creationId="{FB9739EB-7F66-433D-841F-AB3CD18700B7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1T00:19:47.499" v="1281" actId="113"/>
        <pc:sldMkLst>
          <pc:docMk/>
          <pc:sldMk cId="1630180070" sldId="275"/>
        </pc:sldMkLst>
        <pc:spChg chg="mod">
          <ac:chgData name="Joaquin rodriguez tortora" userId="522e501330026e27" providerId="LiveId" clId="{836FC09E-CD57-4E16-808A-2FC3F178069F}" dt="2024-04-11T00:19:47.499" v="1281" actId="113"/>
          <ac:spMkLst>
            <pc:docMk/>
            <pc:sldMk cId="1630180070" sldId="275"/>
            <ac:spMk id="2" creationId="{43E6B25D-ED6B-6E60-F51B-AB9C4F494CCE}"/>
          </ac:spMkLst>
        </pc:spChg>
        <pc:spChg chg="add">
          <ac:chgData name="Joaquin rodriguez tortora" userId="522e501330026e27" providerId="LiveId" clId="{836FC09E-CD57-4E16-808A-2FC3F178069F}" dt="2024-04-10T00:45:00.274" v="235" actId="26606"/>
          <ac:spMkLst>
            <pc:docMk/>
            <pc:sldMk cId="1630180070" sldId="275"/>
            <ac:spMk id="7" creationId="{3677BAFB-3BD3-41BB-9107-FAE224AE21C4}"/>
          </ac:spMkLst>
        </pc:spChg>
        <pc:spChg chg="add">
          <ac:chgData name="Joaquin rodriguez tortora" userId="522e501330026e27" providerId="LiveId" clId="{836FC09E-CD57-4E16-808A-2FC3F178069F}" dt="2024-04-10T00:45:00.274" v="235" actId="26606"/>
          <ac:spMkLst>
            <pc:docMk/>
            <pc:sldMk cId="1630180070" sldId="275"/>
            <ac:spMk id="9" creationId="{E6823A9B-C188-42D4-847C-3AD928DB145C}"/>
          </ac:spMkLst>
        </pc:spChg>
        <pc:spChg chg="add">
          <ac:chgData name="Joaquin rodriguez tortora" userId="522e501330026e27" providerId="LiveId" clId="{836FC09E-CD57-4E16-808A-2FC3F178069F}" dt="2024-04-10T00:45:00.274" v="235" actId="26606"/>
          <ac:spMkLst>
            <pc:docMk/>
            <pc:sldMk cId="1630180070" sldId="275"/>
            <ac:spMk id="11" creationId="{34B557F3-1A0C-4749-A6DB-EAC082DF390B}"/>
          </ac:spMkLst>
        </pc:spChg>
        <pc:spChg chg="add">
          <ac:chgData name="Joaquin rodriguez tortora" userId="522e501330026e27" providerId="LiveId" clId="{836FC09E-CD57-4E16-808A-2FC3F178069F}" dt="2024-04-10T00:45:00.274" v="235" actId="26606"/>
          <ac:spMkLst>
            <pc:docMk/>
            <pc:sldMk cId="1630180070" sldId="275"/>
            <ac:spMk id="13" creationId="{55D55AA6-3751-494F-868A-DCEDC5CE82BF}"/>
          </ac:spMkLst>
        </pc:spChg>
        <pc:spChg chg="add">
          <ac:chgData name="Joaquin rodriguez tortora" userId="522e501330026e27" providerId="LiveId" clId="{836FC09E-CD57-4E16-808A-2FC3F178069F}" dt="2024-04-10T00:45:00.274" v="235" actId="26606"/>
          <ac:spMkLst>
            <pc:docMk/>
            <pc:sldMk cId="1630180070" sldId="275"/>
            <ac:spMk id="15" creationId="{4D4C00DC-4DC6-4CD2-9E31-F17E6CEBC5A6}"/>
          </ac:spMkLst>
        </pc:spChg>
        <pc:spChg chg="add">
          <ac:chgData name="Joaquin rodriguez tortora" userId="522e501330026e27" providerId="LiveId" clId="{836FC09E-CD57-4E16-808A-2FC3F178069F}" dt="2024-04-10T00:45:00.274" v="235" actId="26606"/>
          <ac:spMkLst>
            <pc:docMk/>
            <pc:sldMk cId="1630180070" sldId="275"/>
            <ac:spMk id="17" creationId="{D82AB1B2-7970-42CF-8BF5-567C69E9FFFB}"/>
          </ac:spMkLst>
        </pc:spChg>
        <pc:spChg chg="add">
          <ac:chgData name="Joaquin rodriguez tortora" userId="522e501330026e27" providerId="LiveId" clId="{836FC09E-CD57-4E16-808A-2FC3F178069F}" dt="2024-04-10T00:45:00.274" v="235" actId="26606"/>
          <ac:spMkLst>
            <pc:docMk/>
            <pc:sldMk cId="1630180070" sldId="275"/>
            <ac:spMk id="23" creationId="{C10FB9CA-E7FA-462C-B537-F1224ED1ACF4}"/>
          </ac:spMkLst>
        </pc:spChg>
        <pc:spChg chg="add">
          <ac:chgData name="Joaquin rodriguez tortora" userId="522e501330026e27" providerId="LiveId" clId="{836FC09E-CD57-4E16-808A-2FC3F178069F}" dt="2024-04-10T00:45:00.274" v="235" actId="26606"/>
          <ac:spMkLst>
            <pc:docMk/>
            <pc:sldMk cId="1630180070" sldId="275"/>
            <ac:spMk id="25" creationId="{D8469AE7-A75B-4F37-850B-EF5974ABED2C}"/>
          </ac:spMkLst>
        </pc:spChg>
        <pc:grpChg chg="add">
          <ac:chgData name="Joaquin rodriguez tortora" userId="522e501330026e27" providerId="LiveId" clId="{836FC09E-CD57-4E16-808A-2FC3F178069F}" dt="2024-04-10T00:45:00.274" v="235" actId="26606"/>
          <ac:grpSpMkLst>
            <pc:docMk/>
            <pc:sldMk cId="1630180070" sldId="275"/>
            <ac:grpSpMk id="19" creationId="{66FB5A75-BDE2-4F12-A95B-C48788A7685C}"/>
          </ac:grpSpMkLst>
        </pc:grpChg>
        <pc:grpChg chg="add">
          <ac:chgData name="Joaquin rodriguez tortora" userId="522e501330026e27" providerId="LiveId" clId="{836FC09E-CD57-4E16-808A-2FC3F178069F}" dt="2024-04-10T00:45:00.274" v="235" actId="26606"/>
          <ac:grpSpMkLst>
            <pc:docMk/>
            <pc:sldMk cId="1630180070" sldId="275"/>
            <ac:grpSpMk id="27" creationId="{63301095-70B2-49AA-8DA9-A35629AD621C}"/>
          </ac:grpSpMkLst>
        </pc:grpChg>
      </pc:sldChg>
      <pc:sldChg chg="addSp modSp new mod setBg addAnim">
        <pc:chgData name="Joaquin rodriguez tortora" userId="522e501330026e27" providerId="LiveId" clId="{836FC09E-CD57-4E16-808A-2FC3F178069F}" dt="2024-04-11T00:19:52.885" v="1282" actId="113"/>
        <pc:sldMkLst>
          <pc:docMk/>
          <pc:sldMk cId="1826663976" sldId="276"/>
        </pc:sldMkLst>
        <pc:spChg chg="mod">
          <ac:chgData name="Joaquin rodriguez tortora" userId="522e501330026e27" providerId="LiveId" clId="{836FC09E-CD57-4E16-808A-2FC3F178069F}" dt="2024-04-11T00:19:52.885" v="1282" actId="113"/>
          <ac:spMkLst>
            <pc:docMk/>
            <pc:sldMk cId="1826663976" sldId="276"/>
            <ac:spMk id="2" creationId="{E33E2016-51E6-A21F-934F-5683EDA5A824}"/>
          </ac:spMkLst>
        </pc:spChg>
        <pc:spChg chg="add">
          <ac:chgData name="Joaquin rodriguez tortora" userId="522e501330026e27" providerId="LiveId" clId="{836FC09E-CD57-4E16-808A-2FC3F178069F}" dt="2024-04-10T00:45:09.067" v="236" actId="26606"/>
          <ac:spMkLst>
            <pc:docMk/>
            <pc:sldMk cId="1826663976" sldId="276"/>
            <ac:spMk id="7" creationId="{489B7BFD-8F45-4093-AD9C-91B15B0503D9}"/>
          </ac:spMkLst>
        </pc:spChg>
        <pc:spChg chg="add">
          <ac:chgData name="Joaquin rodriguez tortora" userId="522e501330026e27" providerId="LiveId" clId="{836FC09E-CD57-4E16-808A-2FC3F178069F}" dt="2024-04-10T00:45:09.067" v="236" actId="26606"/>
          <ac:spMkLst>
            <pc:docMk/>
            <pc:sldMk cId="1826663976" sldId="276"/>
            <ac:spMk id="9" creationId="{D9DFE8A5-DCEC-4A43-B613-D62AC8C5734F}"/>
          </ac:spMkLst>
        </pc:spChg>
        <pc:spChg chg="add">
          <ac:chgData name="Joaquin rodriguez tortora" userId="522e501330026e27" providerId="LiveId" clId="{836FC09E-CD57-4E16-808A-2FC3F178069F}" dt="2024-04-10T00:45:09.067" v="236" actId="26606"/>
          <ac:spMkLst>
            <pc:docMk/>
            <pc:sldMk cId="1826663976" sldId="276"/>
            <ac:spMk id="11" creationId="{5608F6B8-DDC9-422E-B241-3222341D709C}"/>
          </ac:spMkLst>
        </pc:spChg>
        <pc:spChg chg="add">
          <ac:chgData name="Joaquin rodriguez tortora" userId="522e501330026e27" providerId="LiveId" clId="{836FC09E-CD57-4E16-808A-2FC3F178069F}" dt="2024-04-10T00:45:09.067" v="236" actId="26606"/>
          <ac:spMkLst>
            <pc:docMk/>
            <pc:sldMk cId="1826663976" sldId="276"/>
            <ac:spMk id="13" creationId="{26B7664A-BE61-4A65-B937-A31E08B8B9AD}"/>
          </ac:spMkLst>
        </pc:spChg>
        <pc:spChg chg="add">
          <ac:chgData name="Joaquin rodriguez tortora" userId="522e501330026e27" providerId="LiveId" clId="{836FC09E-CD57-4E16-808A-2FC3F178069F}" dt="2024-04-10T00:45:09.067" v="236" actId="26606"/>
          <ac:spMkLst>
            <pc:docMk/>
            <pc:sldMk cId="1826663976" sldId="276"/>
            <ac:spMk id="15" creationId="{279CAF82-0ECF-42BE-8F37-F71941E5D410}"/>
          </ac:spMkLst>
        </pc:spChg>
        <pc:spChg chg="add">
          <ac:chgData name="Joaquin rodriguez tortora" userId="522e501330026e27" providerId="LiveId" clId="{836FC09E-CD57-4E16-808A-2FC3F178069F}" dt="2024-04-10T00:45:09.067" v="236" actId="26606"/>
          <ac:spMkLst>
            <pc:docMk/>
            <pc:sldMk cId="1826663976" sldId="276"/>
            <ac:spMk id="17" creationId="{14A1FA07-A873-4AB3-8D01-CFEEEA8CA495}"/>
          </ac:spMkLst>
        </pc:spChg>
        <pc:spChg chg="add">
          <ac:chgData name="Joaquin rodriguez tortora" userId="522e501330026e27" providerId="LiveId" clId="{836FC09E-CD57-4E16-808A-2FC3F178069F}" dt="2024-04-10T00:45:09.067" v="236" actId="26606"/>
          <ac:spMkLst>
            <pc:docMk/>
            <pc:sldMk cId="1826663976" sldId="276"/>
            <ac:spMk id="19" creationId="{E16C8D8F-10E9-4498-ABDB-0F923F8B6837}"/>
          </ac:spMkLst>
        </pc:spChg>
        <pc:spChg chg="add">
          <ac:chgData name="Joaquin rodriguez tortora" userId="522e501330026e27" providerId="LiveId" clId="{836FC09E-CD57-4E16-808A-2FC3F178069F}" dt="2024-04-10T00:45:09.067" v="236" actId="26606"/>
          <ac:spMkLst>
            <pc:docMk/>
            <pc:sldMk cId="1826663976" sldId="276"/>
            <ac:spMk id="21" creationId="{1E5A83E3-8A11-4492-BB6E-F5F2240316FB}"/>
          </ac:spMkLst>
        </pc:spChg>
        <pc:spChg chg="add">
          <ac:chgData name="Joaquin rodriguez tortora" userId="522e501330026e27" providerId="LiveId" clId="{836FC09E-CD57-4E16-808A-2FC3F178069F}" dt="2024-04-10T00:45:09.067" v="236" actId="26606"/>
          <ac:spMkLst>
            <pc:docMk/>
            <pc:sldMk cId="1826663976" sldId="276"/>
            <ac:spMk id="23" creationId="{033BC44A-0661-43B4-9C14-FD5963C226AE}"/>
          </ac:spMkLst>
        </pc:spChg>
        <pc:spChg chg="add">
          <ac:chgData name="Joaquin rodriguez tortora" userId="522e501330026e27" providerId="LiveId" clId="{836FC09E-CD57-4E16-808A-2FC3F178069F}" dt="2024-04-10T00:45:09.067" v="236" actId="26606"/>
          <ac:spMkLst>
            <pc:docMk/>
            <pc:sldMk cId="1826663976" sldId="276"/>
            <ac:spMk id="25" creationId="{331C48F7-8F88-43DC-B1A6-2967CF5AFFE4}"/>
          </ac:spMkLst>
        </pc:spChg>
        <pc:grpChg chg="add">
          <ac:chgData name="Joaquin rodriguez tortora" userId="522e501330026e27" providerId="LiveId" clId="{836FC09E-CD57-4E16-808A-2FC3F178069F}" dt="2024-04-10T00:45:09.067" v="236" actId="26606"/>
          <ac:grpSpMkLst>
            <pc:docMk/>
            <pc:sldMk cId="1826663976" sldId="276"/>
            <ac:grpSpMk id="27" creationId="{FB9739EB-7F66-433D-841F-AB3CD18700B7}"/>
          </ac:grpSpMkLst>
        </pc:grpChg>
      </pc:sldChg>
      <pc:sldChg chg="addSp delSp modSp new mod ord setBg addAnim">
        <pc:chgData name="Joaquin rodriguez tortora" userId="522e501330026e27" providerId="LiveId" clId="{836FC09E-CD57-4E16-808A-2FC3F178069F}" dt="2024-04-11T00:41:21.711" v="1444"/>
        <pc:sldMkLst>
          <pc:docMk/>
          <pc:sldMk cId="2733318128" sldId="277"/>
        </pc:sldMkLst>
        <pc:spChg chg="mod">
          <ac:chgData name="Joaquin rodriguez tortora" userId="522e501330026e27" providerId="LiveId" clId="{836FC09E-CD57-4E16-808A-2FC3F178069F}" dt="2024-04-11T00:19:57.329" v="1283" actId="113"/>
          <ac:spMkLst>
            <pc:docMk/>
            <pc:sldMk cId="2733318128" sldId="277"/>
            <ac:spMk id="2" creationId="{4CC398F0-6629-0ADC-85D2-182B1DC430CC}"/>
          </ac:spMkLst>
        </pc:spChg>
        <pc:spChg chg="add del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7" creationId="{489B7BFD-8F45-4093-AD9C-91B15B0503D9}"/>
          </ac:spMkLst>
        </pc:spChg>
        <pc:spChg chg="add del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9" creationId="{D9DFE8A5-DCEC-4A43-B613-D62AC8C5734F}"/>
          </ac:spMkLst>
        </pc:spChg>
        <pc:spChg chg="add del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11" creationId="{5608F6B8-DDC9-422E-B241-3222341D709C}"/>
          </ac:spMkLst>
        </pc:spChg>
        <pc:spChg chg="add del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13" creationId="{26B7664A-BE61-4A65-B937-A31E08B8B9AD}"/>
          </ac:spMkLst>
        </pc:spChg>
        <pc:spChg chg="add del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15" creationId="{279CAF82-0ECF-42BE-8F37-F71941E5D410}"/>
          </ac:spMkLst>
        </pc:spChg>
        <pc:spChg chg="add del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17" creationId="{14A1FA07-A873-4AB3-8D01-CFEEEA8CA495}"/>
          </ac:spMkLst>
        </pc:spChg>
        <pc:spChg chg="add del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19" creationId="{E16C8D8F-10E9-4498-ABDB-0F923F8B6837}"/>
          </ac:spMkLst>
        </pc:spChg>
        <pc:spChg chg="add del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21" creationId="{1E5A83E3-8A11-4492-BB6E-F5F2240316FB}"/>
          </ac:spMkLst>
        </pc:spChg>
        <pc:spChg chg="add del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23" creationId="{033BC44A-0661-43B4-9C14-FD5963C226AE}"/>
          </ac:spMkLst>
        </pc:spChg>
        <pc:spChg chg="add del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25" creationId="{331C48F7-8F88-43DC-B1A6-2967CF5AFFE4}"/>
          </ac:spMkLst>
        </pc:spChg>
        <pc:spChg chg="add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37" creationId="{489B7BFD-8F45-4093-AD9C-91B15B0503D9}"/>
          </ac:spMkLst>
        </pc:spChg>
        <pc:spChg chg="add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43" creationId="{FDDE3270-A872-4E10-80BC-B93D6F0E3F66}"/>
          </ac:spMkLst>
        </pc:spChg>
        <pc:spChg chg="add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45" creationId="{3B6E5F32-B5B2-45E3-9C18-BBC9005C4CFC}"/>
          </ac:spMkLst>
        </pc:spChg>
        <pc:spChg chg="add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47" creationId="{9545E68B-E61B-4EAE-9672-3A52AEC2B81A}"/>
          </ac:spMkLst>
        </pc:spChg>
        <pc:spChg chg="add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49" creationId="{63DD1BD1-81FE-4F15-A934-E9AE94AE94DD}"/>
          </ac:spMkLst>
        </pc:spChg>
        <pc:spChg chg="add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51" creationId="{120AB9A0-C0C4-43DA-9A34-FA3A4079D67E}"/>
          </ac:spMkLst>
        </pc:spChg>
        <pc:spChg chg="add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53" creationId="{98815DD1-EC9D-4BE1-846B-8BEF57D39839}"/>
          </ac:spMkLst>
        </pc:spChg>
        <pc:spChg chg="add">
          <ac:chgData name="Joaquin rodriguez tortora" userId="522e501330026e27" providerId="LiveId" clId="{836FC09E-CD57-4E16-808A-2FC3F178069F}" dt="2024-04-10T00:45:23.001" v="240" actId="26606"/>
          <ac:spMkLst>
            <pc:docMk/>
            <pc:sldMk cId="2733318128" sldId="277"/>
            <ac:spMk id="55" creationId="{CB78D2B9-C9C4-4A37-A12C-A09FC11581E7}"/>
          </ac:spMkLst>
        </pc:spChg>
        <pc:grpChg chg="add del">
          <ac:chgData name="Joaquin rodriguez tortora" userId="522e501330026e27" providerId="LiveId" clId="{836FC09E-CD57-4E16-808A-2FC3F178069F}" dt="2024-04-10T00:45:23.001" v="240" actId="26606"/>
          <ac:grpSpMkLst>
            <pc:docMk/>
            <pc:sldMk cId="2733318128" sldId="277"/>
            <ac:grpSpMk id="27" creationId="{FB9739EB-7F66-433D-841F-AB3CD18700B7}"/>
          </ac:grpSpMkLst>
        </pc:grpChg>
        <pc:grpChg chg="add">
          <ac:chgData name="Joaquin rodriguez tortora" userId="522e501330026e27" providerId="LiveId" clId="{836FC09E-CD57-4E16-808A-2FC3F178069F}" dt="2024-04-10T00:45:23.001" v="240" actId="26606"/>
          <ac:grpSpMkLst>
            <pc:docMk/>
            <pc:sldMk cId="2733318128" sldId="277"/>
            <ac:grpSpMk id="39" creationId="{F0E417D8-88AA-4184-A08D-DEF97C6C9E62}"/>
          </ac:grpSpMkLst>
        </pc:grpChg>
        <pc:grpChg chg="add">
          <ac:chgData name="Joaquin rodriguez tortora" userId="522e501330026e27" providerId="LiveId" clId="{836FC09E-CD57-4E16-808A-2FC3F178069F}" dt="2024-04-10T00:45:23.001" v="240" actId="26606"/>
          <ac:grpSpMkLst>
            <pc:docMk/>
            <pc:sldMk cId="2733318128" sldId="277"/>
            <ac:grpSpMk id="57" creationId="{DFC7EBB5-848C-4B1C-BE84-4CF07E905DC8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1T00:20:04.123" v="1284" actId="113"/>
        <pc:sldMkLst>
          <pc:docMk/>
          <pc:sldMk cId="609986173" sldId="278"/>
        </pc:sldMkLst>
        <pc:spChg chg="mod">
          <ac:chgData name="Joaquin rodriguez tortora" userId="522e501330026e27" providerId="LiveId" clId="{836FC09E-CD57-4E16-808A-2FC3F178069F}" dt="2024-04-11T00:20:04.123" v="1284" actId="113"/>
          <ac:spMkLst>
            <pc:docMk/>
            <pc:sldMk cId="609986173" sldId="278"/>
            <ac:spMk id="2" creationId="{FFB94201-FDCE-FA8A-C434-5B16E3FA80DA}"/>
          </ac:spMkLst>
        </pc:spChg>
        <pc:spChg chg="add">
          <ac:chgData name="Joaquin rodriguez tortora" userId="522e501330026e27" providerId="LiveId" clId="{836FC09E-CD57-4E16-808A-2FC3F178069F}" dt="2024-04-10T00:45:29.944" v="241" actId="26606"/>
          <ac:spMkLst>
            <pc:docMk/>
            <pc:sldMk cId="609986173" sldId="278"/>
            <ac:spMk id="7" creationId="{489B7BFD-8F45-4093-AD9C-91B15B0503D9}"/>
          </ac:spMkLst>
        </pc:spChg>
        <pc:spChg chg="add">
          <ac:chgData name="Joaquin rodriguez tortora" userId="522e501330026e27" providerId="LiveId" clId="{836FC09E-CD57-4E16-808A-2FC3F178069F}" dt="2024-04-10T00:45:29.944" v="241" actId="26606"/>
          <ac:spMkLst>
            <pc:docMk/>
            <pc:sldMk cId="609986173" sldId="278"/>
            <ac:spMk id="13" creationId="{498F8FF6-43B4-494A-AF8F-123A4983EDF7}"/>
          </ac:spMkLst>
        </pc:spChg>
        <pc:spChg chg="add">
          <ac:chgData name="Joaquin rodriguez tortora" userId="522e501330026e27" providerId="LiveId" clId="{836FC09E-CD57-4E16-808A-2FC3F178069F}" dt="2024-04-10T00:45:29.944" v="241" actId="26606"/>
          <ac:spMkLst>
            <pc:docMk/>
            <pc:sldMk cId="609986173" sldId="278"/>
            <ac:spMk id="15" creationId="{2B06059C-C357-4011-82B9-9C0106301384}"/>
          </ac:spMkLst>
        </pc:spChg>
        <pc:spChg chg="add">
          <ac:chgData name="Joaquin rodriguez tortora" userId="522e501330026e27" providerId="LiveId" clId="{836FC09E-CD57-4E16-808A-2FC3F178069F}" dt="2024-04-10T00:45:29.944" v="241" actId="26606"/>
          <ac:spMkLst>
            <pc:docMk/>
            <pc:sldMk cId="609986173" sldId="278"/>
            <ac:spMk id="17" creationId="{5AFEC601-A132-47EE-B0C2-B38ACD9FCE6F}"/>
          </ac:spMkLst>
        </pc:spChg>
        <pc:spChg chg="add">
          <ac:chgData name="Joaquin rodriguez tortora" userId="522e501330026e27" providerId="LiveId" clId="{836FC09E-CD57-4E16-808A-2FC3F178069F}" dt="2024-04-10T00:45:29.944" v="241" actId="26606"/>
          <ac:spMkLst>
            <pc:docMk/>
            <pc:sldMk cId="609986173" sldId="278"/>
            <ac:spMk id="19" creationId="{279CAF82-0ECF-42BE-8F37-F71941E5D410}"/>
          </ac:spMkLst>
        </pc:spChg>
        <pc:spChg chg="add">
          <ac:chgData name="Joaquin rodriguez tortora" userId="522e501330026e27" providerId="LiveId" clId="{836FC09E-CD57-4E16-808A-2FC3F178069F}" dt="2024-04-10T00:45:29.944" v="241" actId="26606"/>
          <ac:spMkLst>
            <pc:docMk/>
            <pc:sldMk cId="609986173" sldId="278"/>
            <ac:spMk id="21" creationId="{218E095B-4870-4AD5-9C41-C16D59523501}"/>
          </ac:spMkLst>
        </pc:spChg>
        <pc:spChg chg="add">
          <ac:chgData name="Joaquin rodriguez tortora" userId="522e501330026e27" providerId="LiveId" clId="{836FC09E-CD57-4E16-808A-2FC3F178069F}" dt="2024-04-10T00:45:29.944" v="241" actId="26606"/>
          <ac:spMkLst>
            <pc:docMk/>
            <pc:sldMk cId="609986173" sldId="278"/>
            <ac:spMk id="30" creationId="{033BC44A-0661-43B4-9C14-FD5963C226AE}"/>
          </ac:spMkLst>
        </pc:spChg>
        <pc:spChg chg="add">
          <ac:chgData name="Joaquin rodriguez tortora" userId="522e501330026e27" providerId="LiveId" clId="{836FC09E-CD57-4E16-808A-2FC3F178069F}" dt="2024-04-10T00:45:29.944" v="241" actId="26606"/>
          <ac:spMkLst>
            <pc:docMk/>
            <pc:sldMk cId="609986173" sldId="278"/>
            <ac:spMk id="32" creationId="{BE8CB2F0-2F5A-4EBD-B214-E0309C31F578}"/>
          </ac:spMkLst>
        </pc:spChg>
        <pc:spChg chg="add">
          <ac:chgData name="Joaquin rodriguez tortora" userId="522e501330026e27" providerId="LiveId" clId="{836FC09E-CD57-4E16-808A-2FC3F178069F}" dt="2024-04-10T00:45:29.944" v="241" actId="26606"/>
          <ac:spMkLst>
            <pc:docMk/>
            <pc:sldMk cId="609986173" sldId="278"/>
            <ac:spMk id="34" creationId="{FFD3887D-244B-4EC4-9208-E304984C5D0F}"/>
          </ac:spMkLst>
        </pc:spChg>
        <pc:spChg chg="add">
          <ac:chgData name="Joaquin rodriguez tortora" userId="522e501330026e27" providerId="LiveId" clId="{836FC09E-CD57-4E16-808A-2FC3F178069F}" dt="2024-04-10T00:45:29.944" v="241" actId="26606"/>
          <ac:spMkLst>
            <pc:docMk/>
            <pc:sldMk cId="609986173" sldId="278"/>
            <ac:spMk id="36" creationId="{97224C31-855E-4593-8A58-5B2B0CC4F537}"/>
          </ac:spMkLst>
        </pc:spChg>
        <pc:grpChg chg="add">
          <ac:chgData name="Joaquin rodriguez tortora" userId="522e501330026e27" providerId="LiveId" clId="{836FC09E-CD57-4E16-808A-2FC3F178069F}" dt="2024-04-10T00:45:29.944" v="241" actId="26606"/>
          <ac:grpSpMkLst>
            <pc:docMk/>
            <pc:sldMk cId="609986173" sldId="278"/>
            <ac:grpSpMk id="9" creationId="{042BC7E5-76DB-4826-8C07-4A49B6353F76}"/>
          </ac:grpSpMkLst>
        </pc:grpChg>
        <pc:grpChg chg="add">
          <ac:chgData name="Joaquin rodriguez tortora" userId="522e501330026e27" providerId="LiveId" clId="{836FC09E-CD57-4E16-808A-2FC3F178069F}" dt="2024-04-10T00:45:29.944" v="241" actId="26606"/>
          <ac:grpSpMkLst>
            <pc:docMk/>
            <pc:sldMk cId="609986173" sldId="278"/>
            <ac:grpSpMk id="23" creationId="{FB9739EB-7F66-433D-841F-AB3CD18700B7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1T00:40:43.598" v="1442" actId="20577"/>
        <pc:sldMkLst>
          <pc:docMk/>
          <pc:sldMk cId="1294165207" sldId="279"/>
        </pc:sldMkLst>
        <pc:spChg chg="mod">
          <ac:chgData name="Joaquin rodriguez tortora" userId="522e501330026e27" providerId="LiveId" clId="{836FC09E-CD57-4E16-808A-2FC3F178069F}" dt="2024-04-11T00:40:43.598" v="1442" actId="20577"/>
          <ac:spMkLst>
            <pc:docMk/>
            <pc:sldMk cId="1294165207" sldId="279"/>
            <ac:spMk id="2" creationId="{A47BCA6C-54DF-270C-9D24-1146707E2619}"/>
          </ac:spMkLst>
        </pc:spChg>
        <pc:spChg chg="add mod">
          <ac:chgData name="Joaquin rodriguez tortora" userId="522e501330026e27" providerId="LiveId" clId="{836FC09E-CD57-4E16-808A-2FC3F178069F}" dt="2024-04-11T00:40:12.914" v="1408" actId="6549"/>
          <ac:spMkLst>
            <pc:docMk/>
            <pc:sldMk cId="1294165207" sldId="279"/>
            <ac:spMk id="3" creationId="{5FD9405C-B9F7-6199-EE79-3DE3E25FEE72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8" creationId="{3A397E3E-B90C-4D82-BAAA-36F7AC6A4565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10" creationId="{E16C8D8F-10E9-4498-ABDB-0F923F8B6837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12" creationId="{1E5A83E3-8A11-4492-BB6E-F5F2240316FB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14" creationId="{8CF5E676-CA04-4CED-9F1E-5026ED66E66D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16" creationId="{6BA9E676-A8FC-4C2F-8D78-C13ED8ABDBA8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18" creationId="{A2B5CBEA-F125-49B6-8335-227C325B112B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20" creationId="{EECD79B5-5FC5-495F-BFD6-346C16E787A7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22" creationId="{2C1D3151-5F97-4860-B56C-C98BD62CC255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24" creationId="{32D9D048-3063-435A-8C23-26C1907E9619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26" creationId="{8DE96824-E506-4448-8704-5EC7BF7BC51B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28" creationId="{4D1A5E71-B6B6-486A-8CDC-C7ABD9B903F6}"/>
          </ac:spMkLst>
        </pc:spChg>
        <pc:spChg chg="add">
          <ac:chgData name="Joaquin rodriguez tortora" userId="522e501330026e27" providerId="LiveId" clId="{836FC09E-CD57-4E16-808A-2FC3F178069F}" dt="2024-04-10T00:45:42.872" v="242" actId="26606"/>
          <ac:spMkLst>
            <pc:docMk/>
            <pc:sldMk cId="1294165207" sldId="279"/>
            <ac:spMk id="30" creationId="{B6C541AE-9B02-44C0-B8C6-B2DEA7ED3813}"/>
          </ac:spMkLst>
        </pc:spChg>
      </pc:sldChg>
      <pc:sldChg chg="addSp modSp new mod ord setBg">
        <pc:chgData name="Joaquin rodriguez tortora" userId="522e501330026e27" providerId="LiveId" clId="{836FC09E-CD57-4E16-808A-2FC3F178069F}" dt="2024-04-10T00:50:52.050" v="275" actId="26606"/>
        <pc:sldMkLst>
          <pc:docMk/>
          <pc:sldMk cId="3179873394" sldId="280"/>
        </pc:sldMkLst>
        <pc:picChg chg="add mod">
          <ac:chgData name="Joaquin rodriguez tortora" userId="522e501330026e27" providerId="LiveId" clId="{836FC09E-CD57-4E16-808A-2FC3F178069F}" dt="2024-04-10T00:50:52.050" v="275" actId="26606"/>
          <ac:picMkLst>
            <pc:docMk/>
            <pc:sldMk cId="3179873394" sldId="280"/>
            <ac:picMk id="1026" creationId="{79D309B2-DDE4-361F-3D12-468B9436A7CD}"/>
          </ac:picMkLst>
        </pc:picChg>
      </pc:sldChg>
      <pc:sldChg chg="addSp modSp new mod setBg addAnim">
        <pc:chgData name="Joaquin rodriguez tortora" userId="522e501330026e27" providerId="LiveId" clId="{836FC09E-CD57-4E16-808A-2FC3F178069F}" dt="2024-04-11T00:20:16.010" v="1286" actId="113"/>
        <pc:sldMkLst>
          <pc:docMk/>
          <pc:sldMk cId="1799200226" sldId="281"/>
        </pc:sldMkLst>
        <pc:spChg chg="mod">
          <ac:chgData name="Joaquin rodriguez tortora" userId="522e501330026e27" providerId="LiveId" clId="{836FC09E-CD57-4E16-808A-2FC3F178069F}" dt="2024-04-11T00:20:16.010" v="1286" actId="113"/>
          <ac:spMkLst>
            <pc:docMk/>
            <pc:sldMk cId="1799200226" sldId="281"/>
            <ac:spMk id="2" creationId="{9ADACBE3-1BFC-301C-9A1A-7D81B3330DF0}"/>
          </ac:spMkLst>
        </pc:spChg>
        <pc:spChg chg="add">
          <ac:chgData name="Joaquin rodriguez tortora" userId="522e501330026e27" providerId="LiveId" clId="{836FC09E-CD57-4E16-808A-2FC3F178069F}" dt="2024-04-10T00:50:58.180" v="276" actId="26606"/>
          <ac:spMkLst>
            <pc:docMk/>
            <pc:sldMk cId="1799200226" sldId="281"/>
            <ac:spMk id="7" creationId="{3677BAFB-3BD3-41BB-9107-FAE224AE21C4}"/>
          </ac:spMkLst>
        </pc:spChg>
        <pc:spChg chg="add">
          <ac:chgData name="Joaquin rodriguez tortora" userId="522e501330026e27" providerId="LiveId" clId="{836FC09E-CD57-4E16-808A-2FC3F178069F}" dt="2024-04-10T00:50:58.180" v="276" actId="26606"/>
          <ac:spMkLst>
            <pc:docMk/>
            <pc:sldMk cId="1799200226" sldId="281"/>
            <ac:spMk id="9" creationId="{E6823A9B-C188-42D4-847C-3AD928DB145C}"/>
          </ac:spMkLst>
        </pc:spChg>
        <pc:spChg chg="add">
          <ac:chgData name="Joaquin rodriguez tortora" userId="522e501330026e27" providerId="LiveId" clId="{836FC09E-CD57-4E16-808A-2FC3F178069F}" dt="2024-04-10T00:50:58.180" v="276" actId="26606"/>
          <ac:spMkLst>
            <pc:docMk/>
            <pc:sldMk cId="1799200226" sldId="281"/>
            <ac:spMk id="11" creationId="{34B557F3-1A0C-4749-A6DB-EAC082DF390B}"/>
          </ac:spMkLst>
        </pc:spChg>
        <pc:spChg chg="add">
          <ac:chgData name="Joaquin rodriguez tortora" userId="522e501330026e27" providerId="LiveId" clId="{836FC09E-CD57-4E16-808A-2FC3F178069F}" dt="2024-04-10T00:50:58.180" v="276" actId="26606"/>
          <ac:spMkLst>
            <pc:docMk/>
            <pc:sldMk cId="1799200226" sldId="281"/>
            <ac:spMk id="13" creationId="{55D55AA6-3751-494F-868A-DCEDC5CE82BF}"/>
          </ac:spMkLst>
        </pc:spChg>
        <pc:spChg chg="add">
          <ac:chgData name="Joaquin rodriguez tortora" userId="522e501330026e27" providerId="LiveId" clId="{836FC09E-CD57-4E16-808A-2FC3F178069F}" dt="2024-04-10T00:50:58.180" v="276" actId="26606"/>
          <ac:spMkLst>
            <pc:docMk/>
            <pc:sldMk cId="1799200226" sldId="281"/>
            <ac:spMk id="15" creationId="{4D4C00DC-4DC6-4CD2-9E31-F17E6CEBC5A6}"/>
          </ac:spMkLst>
        </pc:spChg>
        <pc:spChg chg="add">
          <ac:chgData name="Joaquin rodriguez tortora" userId="522e501330026e27" providerId="LiveId" clId="{836FC09E-CD57-4E16-808A-2FC3F178069F}" dt="2024-04-10T00:50:58.180" v="276" actId="26606"/>
          <ac:spMkLst>
            <pc:docMk/>
            <pc:sldMk cId="1799200226" sldId="281"/>
            <ac:spMk id="17" creationId="{D82AB1B2-7970-42CF-8BF5-567C69E9FFFB}"/>
          </ac:spMkLst>
        </pc:spChg>
        <pc:spChg chg="add">
          <ac:chgData name="Joaquin rodriguez tortora" userId="522e501330026e27" providerId="LiveId" clId="{836FC09E-CD57-4E16-808A-2FC3F178069F}" dt="2024-04-10T00:50:58.180" v="276" actId="26606"/>
          <ac:spMkLst>
            <pc:docMk/>
            <pc:sldMk cId="1799200226" sldId="281"/>
            <ac:spMk id="23" creationId="{C10FB9CA-E7FA-462C-B537-F1224ED1ACF4}"/>
          </ac:spMkLst>
        </pc:spChg>
        <pc:spChg chg="add">
          <ac:chgData name="Joaquin rodriguez tortora" userId="522e501330026e27" providerId="LiveId" clId="{836FC09E-CD57-4E16-808A-2FC3F178069F}" dt="2024-04-10T00:50:58.180" v="276" actId="26606"/>
          <ac:spMkLst>
            <pc:docMk/>
            <pc:sldMk cId="1799200226" sldId="281"/>
            <ac:spMk id="25" creationId="{D8469AE7-A75B-4F37-850B-EF5974ABED2C}"/>
          </ac:spMkLst>
        </pc:spChg>
        <pc:grpChg chg="add">
          <ac:chgData name="Joaquin rodriguez tortora" userId="522e501330026e27" providerId="LiveId" clId="{836FC09E-CD57-4E16-808A-2FC3F178069F}" dt="2024-04-10T00:50:58.180" v="276" actId="26606"/>
          <ac:grpSpMkLst>
            <pc:docMk/>
            <pc:sldMk cId="1799200226" sldId="281"/>
            <ac:grpSpMk id="19" creationId="{66FB5A75-BDE2-4F12-A95B-C48788A7685C}"/>
          </ac:grpSpMkLst>
        </pc:grpChg>
        <pc:grpChg chg="add">
          <ac:chgData name="Joaquin rodriguez tortora" userId="522e501330026e27" providerId="LiveId" clId="{836FC09E-CD57-4E16-808A-2FC3F178069F}" dt="2024-04-10T00:50:58.180" v="276" actId="26606"/>
          <ac:grpSpMkLst>
            <pc:docMk/>
            <pc:sldMk cId="1799200226" sldId="281"/>
            <ac:grpSpMk id="27" creationId="{63301095-70B2-49AA-8DA9-A35629AD621C}"/>
          </ac:grpSpMkLst>
        </pc:grpChg>
      </pc:sldChg>
      <pc:sldChg chg="new del">
        <pc:chgData name="Joaquin rodriguez tortora" userId="522e501330026e27" providerId="LiveId" clId="{836FC09E-CD57-4E16-808A-2FC3F178069F}" dt="2024-04-10T00:51:10.526" v="282" actId="47"/>
        <pc:sldMkLst>
          <pc:docMk/>
          <pc:sldMk cId="1141648049" sldId="282"/>
        </pc:sldMkLst>
      </pc:sldChg>
      <pc:sldChg chg="new del">
        <pc:chgData name="Joaquin rodriguez tortora" userId="522e501330026e27" providerId="LiveId" clId="{836FC09E-CD57-4E16-808A-2FC3F178069F}" dt="2024-04-10T00:51:09.226" v="281" actId="47"/>
        <pc:sldMkLst>
          <pc:docMk/>
          <pc:sldMk cId="1933185806" sldId="283"/>
        </pc:sldMkLst>
      </pc:sldChg>
      <pc:sldChg chg="addSp modSp new mod setBg">
        <pc:chgData name="Joaquin rodriguez tortora" userId="522e501330026e27" providerId="LiveId" clId="{836FC09E-CD57-4E16-808A-2FC3F178069F}" dt="2024-04-11T00:21:06.240" v="1297" actId="113"/>
        <pc:sldMkLst>
          <pc:docMk/>
          <pc:sldMk cId="516190234" sldId="284"/>
        </pc:sldMkLst>
        <pc:spChg chg="mod">
          <ac:chgData name="Joaquin rodriguez tortora" userId="522e501330026e27" providerId="LiveId" clId="{836FC09E-CD57-4E16-808A-2FC3F178069F}" dt="2024-04-11T00:21:06.240" v="1297" actId="113"/>
          <ac:spMkLst>
            <pc:docMk/>
            <pc:sldMk cId="516190234" sldId="284"/>
            <ac:spMk id="2" creationId="{A7B3389F-4AAF-84F2-9B3D-1158B04469FF}"/>
          </ac:spMkLst>
        </pc:spChg>
        <pc:spChg chg="add">
          <ac:chgData name="Joaquin rodriguez tortora" userId="522e501330026e27" providerId="LiveId" clId="{836FC09E-CD57-4E16-808A-2FC3F178069F}" dt="2024-04-10T00:51:45.425" v="297" actId="26606"/>
          <ac:spMkLst>
            <pc:docMk/>
            <pc:sldMk cId="516190234" sldId="284"/>
            <ac:spMk id="7" creationId="{489B7BFD-8F45-4093-AD9C-91B15B0503D9}"/>
          </ac:spMkLst>
        </pc:spChg>
        <pc:spChg chg="add">
          <ac:chgData name="Joaquin rodriguez tortora" userId="522e501330026e27" providerId="LiveId" clId="{836FC09E-CD57-4E16-808A-2FC3F178069F}" dt="2024-04-10T00:51:45.425" v="297" actId="26606"/>
          <ac:spMkLst>
            <pc:docMk/>
            <pc:sldMk cId="516190234" sldId="284"/>
            <ac:spMk id="13" creationId="{498F8FF6-43B4-494A-AF8F-123A4983EDF7}"/>
          </ac:spMkLst>
        </pc:spChg>
        <pc:spChg chg="add">
          <ac:chgData name="Joaquin rodriguez tortora" userId="522e501330026e27" providerId="LiveId" clId="{836FC09E-CD57-4E16-808A-2FC3F178069F}" dt="2024-04-10T00:51:45.425" v="297" actId="26606"/>
          <ac:spMkLst>
            <pc:docMk/>
            <pc:sldMk cId="516190234" sldId="284"/>
            <ac:spMk id="15" creationId="{2B06059C-C357-4011-82B9-9C0106301384}"/>
          </ac:spMkLst>
        </pc:spChg>
        <pc:spChg chg="add">
          <ac:chgData name="Joaquin rodriguez tortora" userId="522e501330026e27" providerId="LiveId" clId="{836FC09E-CD57-4E16-808A-2FC3F178069F}" dt="2024-04-10T00:51:45.425" v="297" actId="26606"/>
          <ac:spMkLst>
            <pc:docMk/>
            <pc:sldMk cId="516190234" sldId="284"/>
            <ac:spMk id="17" creationId="{5AFEC601-A132-47EE-B0C2-B38ACD9FCE6F}"/>
          </ac:spMkLst>
        </pc:spChg>
        <pc:spChg chg="add">
          <ac:chgData name="Joaquin rodriguez tortora" userId="522e501330026e27" providerId="LiveId" clId="{836FC09E-CD57-4E16-808A-2FC3F178069F}" dt="2024-04-10T00:51:45.425" v="297" actId="26606"/>
          <ac:spMkLst>
            <pc:docMk/>
            <pc:sldMk cId="516190234" sldId="284"/>
            <ac:spMk id="19" creationId="{279CAF82-0ECF-42BE-8F37-F71941E5D410}"/>
          </ac:spMkLst>
        </pc:spChg>
        <pc:spChg chg="add">
          <ac:chgData name="Joaquin rodriguez tortora" userId="522e501330026e27" providerId="LiveId" clId="{836FC09E-CD57-4E16-808A-2FC3F178069F}" dt="2024-04-10T00:51:45.425" v="297" actId="26606"/>
          <ac:spMkLst>
            <pc:docMk/>
            <pc:sldMk cId="516190234" sldId="284"/>
            <ac:spMk id="21" creationId="{218E095B-4870-4AD5-9C41-C16D59523501}"/>
          </ac:spMkLst>
        </pc:spChg>
        <pc:spChg chg="add">
          <ac:chgData name="Joaquin rodriguez tortora" userId="522e501330026e27" providerId="LiveId" clId="{836FC09E-CD57-4E16-808A-2FC3F178069F}" dt="2024-04-10T00:51:45.425" v="297" actId="26606"/>
          <ac:spMkLst>
            <pc:docMk/>
            <pc:sldMk cId="516190234" sldId="284"/>
            <ac:spMk id="30" creationId="{033BC44A-0661-43B4-9C14-FD5963C226AE}"/>
          </ac:spMkLst>
        </pc:spChg>
        <pc:spChg chg="add">
          <ac:chgData name="Joaquin rodriguez tortora" userId="522e501330026e27" providerId="LiveId" clId="{836FC09E-CD57-4E16-808A-2FC3F178069F}" dt="2024-04-10T00:51:45.425" v="297" actId="26606"/>
          <ac:spMkLst>
            <pc:docMk/>
            <pc:sldMk cId="516190234" sldId="284"/>
            <ac:spMk id="32" creationId="{BE8CB2F0-2F5A-4EBD-B214-E0309C31F578}"/>
          </ac:spMkLst>
        </pc:spChg>
        <pc:spChg chg="add">
          <ac:chgData name="Joaquin rodriguez tortora" userId="522e501330026e27" providerId="LiveId" clId="{836FC09E-CD57-4E16-808A-2FC3F178069F}" dt="2024-04-10T00:51:45.425" v="297" actId="26606"/>
          <ac:spMkLst>
            <pc:docMk/>
            <pc:sldMk cId="516190234" sldId="284"/>
            <ac:spMk id="34" creationId="{FFD3887D-244B-4EC4-9208-E304984C5D0F}"/>
          </ac:spMkLst>
        </pc:spChg>
        <pc:spChg chg="add">
          <ac:chgData name="Joaquin rodriguez tortora" userId="522e501330026e27" providerId="LiveId" clId="{836FC09E-CD57-4E16-808A-2FC3F178069F}" dt="2024-04-10T00:51:45.425" v="297" actId="26606"/>
          <ac:spMkLst>
            <pc:docMk/>
            <pc:sldMk cId="516190234" sldId="284"/>
            <ac:spMk id="36" creationId="{97224C31-855E-4593-8A58-5B2B0CC4F537}"/>
          </ac:spMkLst>
        </pc:spChg>
        <pc:grpChg chg="add">
          <ac:chgData name="Joaquin rodriguez tortora" userId="522e501330026e27" providerId="LiveId" clId="{836FC09E-CD57-4E16-808A-2FC3F178069F}" dt="2024-04-10T00:51:45.425" v="297" actId="26606"/>
          <ac:grpSpMkLst>
            <pc:docMk/>
            <pc:sldMk cId="516190234" sldId="284"/>
            <ac:grpSpMk id="9" creationId="{042BC7E5-76DB-4826-8C07-4A49B6353F76}"/>
          </ac:grpSpMkLst>
        </pc:grpChg>
        <pc:grpChg chg="add">
          <ac:chgData name="Joaquin rodriguez tortora" userId="522e501330026e27" providerId="LiveId" clId="{836FC09E-CD57-4E16-808A-2FC3F178069F}" dt="2024-04-10T00:51:45.425" v="297" actId="26606"/>
          <ac:grpSpMkLst>
            <pc:docMk/>
            <pc:sldMk cId="516190234" sldId="284"/>
            <ac:grpSpMk id="23" creationId="{FB9739EB-7F66-433D-841F-AB3CD18700B7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1T00:20:26.496" v="1288" actId="113"/>
        <pc:sldMkLst>
          <pc:docMk/>
          <pc:sldMk cId="626140092" sldId="285"/>
        </pc:sldMkLst>
        <pc:spChg chg="mod">
          <ac:chgData name="Joaquin rodriguez tortora" userId="522e501330026e27" providerId="LiveId" clId="{836FC09E-CD57-4E16-808A-2FC3F178069F}" dt="2024-04-11T00:20:26.496" v="1288" actId="113"/>
          <ac:spMkLst>
            <pc:docMk/>
            <pc:sldMk cId="626140092" sldId="285"/>
            <ac:spMk id="2" creationId="{C5FA74ED-79DC-44D5-1104-C2F9A5EDDC40}"/>
          </ac:spMkLst>
        </pc:spChg>
        <pc:spChg chg="add">
          <ac:chgData name="Joaquin rodriguez tortora" userId="522e501330026e27" providerId="LiveId" clId="{836FC09E-CD57-4E16-808A-2FC3F178069F}" dt="2024-04-10T00:52:39.207" v="310" actId="26606"/>
          <ac:spMkLst>
            <pc:docMk/>
            <pc:sldMk cId="626140092" sldId="285"/>
            <ac:spMk id="7" creationId="{8B646C36-EEEC-4D52-8E8E-206F4CD8A3DA}"/>
          </ac:spMkLst>
        </pc:spChg>
        <pc:spChg chg="add">
          <ac:chgData name="Joaquin rodriguez tortora" userId="522e501330026e27" providerId="LiveId" clId="{836FC09E-CD57-4E16-808A-2FC3F178069F}" dt="2024-04-10T00:52:39.207" v="310" actId="26606"/>
          <ac:spMkLst>
            <pc:docMk/>
            <pc:sldMk cId="626140092" sldId="285"/>
            <ac:spMk id="13" creationId="{D649D88F-3460-4C52-888E-001C62B26EE5}"/>
          </ac:spMkLst>
        </pc:spChg>
        <pc:spChg chg="add">
          <ac:chgData name="Joaquin rodriguez tortora" userId="522e501330026e27" providerId="LiveId" clId="{836FC09E-CD57-4E16-808A-2FC3F178069F}" dt="2024-04-10T00:52:39.207" v="310" actId="26606"/>
          <ac:spMkLst>
            <pc:docMk/>
            <pc:sldMk cId="626140092" sldId="285"/>
            <ac:spMk id="15" creationId="{A2B5CBEA-F125-49B6-8335-227C325B112B}"/>
          </ac:spMkLst>
        </pc:spChg>
        <pc:spChg chg="add">
          <ac:chgData name="Joaquin rodriguez tortora" userId="522e501330026e27" providerId="LiveId" clId="{836FC09E-CD57-4E16-808A-2FC3F178069F}" dt="2024-04-10T00:52:39.207" v="310" actId="26606"/>
          <ac:spMkLst>
            <pc:docMk/>
            <pc:sldMk cId="626140092" sldId="285"/>
            <ac:spMk id="17" creationId="{217DD14E-3BC7-413D-B4AB-B92EED2F57C5}"/>
          </ac:spMkLst>
        </pc:spChg>
        <pc:spChg chg="add">
          <ac:chgData name="Joaquin rodriguez tortora" userId="522e501330026e27" providerId="LiveId" clId="{836FC09E-CD57-4E16-808A-2FC3F178069F}" dt="2024-04-10T00:52:39.207" v="310" actId="26606"/>
          <ac:spMkLst>
            <pc:docMk/>
            <pc:sldMk cId="626140092" sldId="285"/>
            <ac:spMk id="19" creationId="{4FB204DF-284E-45F6-A017-79A4DF57BCCB}"/>
          </ac:spMkLst>
        </pc:spChg>
        <pc:spChg chg="add">
          <ac:chgData name="Joaquin rodriguez tortora" userId="522e501330026e27" providerId="LiveId" clId="{836FC09E-CD57-4E16-808A-2FC3F178069F}" dt="2024-04-10T00:52:39.207" v="310" actId="26606"/>
          <ac:spMkLst>
            <pc:docMk/>
            <pc:sldMk cId="626140092" sldId="285"/>
            <ac:spMk id="21" creationId="{6908275D-177E-42F2-8887-134AFE8B70CC}"/>
          </ac:spMkLst>
        </pc:spChg>
        <pc:spChg chg="add">
          <ac:chgData name="Joaquin rodriguez tortora" userId="522e501330026e27" providerId="LiveId" clId="{836FC09E-CD57-4E16-808A-2FC3F178069F}" dt="2024-04-10T00:52:39.207" v="310" actId="26606"/>
          <ac:spMkLst>
            <pc:docMk/>
            <pc:sldMk cId="626140092" sldId="285"/>
            <ac:spMk id="23" creationId="{4D1A5E71-B6B6-486A-8CDC-C7ABD9B903F6}"/>
          </ac:spMkLst>
        </pc:spChg>
        <pc:spChg chg="add">
          <ac:chgData name="Joaquin rodriguez tortora" userId="522e501330026e27" providerId="LiveId" clId="{836FC09E-CD57-4E16-808A-2FC3F178069F}" dt="2024-04-10T00:52:39.207" v="310" actId="26606"/>
          <ac:spMkLst>
            <pc:docMk/>
            <pc:sldMk cId="626140092" sldId="285"/>
            <ac:spMk id="25" creationId="{E32B36D4-0C87-4882-A12C-18A91DBAE28D}"/>
          </ac:spMkLst>
        </pc:spChg>
        <pc:grpChg chg="add">
          <ac:chgData name="Joaquin rodriguez tortora" userId="522e501330026e27" providerId="LiveId" clId="{836FC09E-CD57-4E16-808A-2FC3F178069F}" dt="2024-04-10T00:52:39.207" v="310" actId="26606"/>
          <ac:grpSpMkLst>
            <pc:docMk/>
            <pc:sldMk cId="626140092" sldId="285"/>
            <ac:grpSpMk id="9" creationId="{E7E9D86A-D513-48F9-851A-5F3725E80003}"/>
          </ac:grpSpMkLst>
        </pc:grpChg>
        <pc:grpChg chg="add">
          <ac:chgData name="Joaquin rodriguez tortora" userId="522e501330026e27" providerId="LiveId" clId="{836FC09E-CD57-4E16-808A-2FC3F178069F}" dt="2024-04-10T00:52:39.207" v="310" actId="26606"/>
          <ac:grpSpMkLst>
            <pc:docMk/>
            <pc:sldMk cId="626140092" sldId="285"/>
            <ac:grpSpMk id="27" creationId="{FB9739EB-7F66-433D-841F-AB3CD18700B7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1T00:21:13.184" v="1299" actId="113"/>
        <pc:sldMkLst>
          <pc:docMk/>
          <pc:sldMk cId="3970295823" sldId="286"/>
        </pc:sldMkLst>
        <pc:spChg chg="mod">
          <ac:chgData name="Joaquin rodriguez tortora" userId="522e501330026e27" providerId="LiveId" clId="{836FC09E-CD57-4E16-808A-2FC3F178069F}" dt="2024-04-11T00:21:13.184" v="1299" actId="113"/>
          <ac:spMkLst>
            <pc:docMk/>
            <pc:sldMk cId="3970295823" sldId="286"/>
            <ac:spMk id="2" creationId="{2B23A612-3374-8997-0B31-C689605A7C38}"/>
          </ac:spMkLst>
        </pc:spChg>
        <pc:spChg chg="add">
          <ac:chgData name="Joaquin rodriguez tortora" userId="522e501330026e27" providerId="LiveId" clId="{836FC09E-CD57-4E16-808A-2FC3F178069F}" dt="2024-04-10T00:53:18.529" v="343" actId="26606"/>
          <ac:spMkLst>
            <pc:docMk/>
            <pc:sldMk cId="3970295823" sldId="286"/>
            <ac:spMk id="8" creationId="{F609FF9A-4FCE-468E-A86A-C9AB525EAE71}"/>
          </ac:spMkLst>
        </pc:spChg>
        <pc:spChg chg="add">
          <ac:chgData name="Joaquin rodriguez tortora" userId="522e501330026e27" providerId="LiveId" clId="{836FC09E-CD57-4E16-808A-2FC3F178069F}" dt="2024-04-10T00:53:18.529" v="343" actId="26606"/>
          <ac:spMkLst>
            <pc:docMk/>
            <pc:sldMk cId="3970295823" sldId="286"/>
            <ac:spMk id="10" creationId="{021E12D4-3A88-428D-8E5E-AF1AFD923D63}"/>
          </ac:spMkLst>
        </pc:spChg>
        <pc:picChg chg="add">
          <ac:chgData name="Joaquin rodriguez tortora" userId="522e501330026e27" providerId="LiveId" clId="{836FC09E-CD57-4E16-808A-2FC3F178069F}" dt="2024-04-10T00:53:18.529" v="343" actId="26606"/>
          <ac:picMkLst>
            <pc:docMk/>
            <pc:sldMk cId="3970295823" sldId="286"/>
            <ac:picMk id="4" creationId="{F6F49F72-6027-9274-A4C8-5B6298300D49}"/>
          </ac:picMkLst>
        </pc:picChg>
      </pc:sldChg>
      <pc:sldChg chg="addSp modSp new mod setBg">
        <pc:chgData name="Joaquin rodriguez tortora" userId="522e501330026e27" providerId="LiveId" clId="{836FC09E-CD57-4E16-808A-2FC3F178069F}" dt="2024-04-11T00:22:23.213" v="1312" actId="113"/>
        <pc:sldMkLst>
          <pc:docMk/>
          <pc:sldMk cId="2057957173" sldId="287"/>
        </pc:sldMkLst>
        <pc:spChg chg="mod">
          <ac:chgData name="Joaquin rodriguez tortora" userId="522e501330026e27" providerId="LiveId" clId="{836FC09E-CD57-4E16-808A-2FC3F178069F}" dt="2024-04-11T00:22:23.213" v="1312" actId="113"/>
          <ac:spMkLst>
            <pc:docMk/>
            <pc:sldMk cId="2057957173" sldId="287"/>
            <ac:spMk id="2" creationId="{6936A8E6-1170-99F1-6A58-F4CAD54AE9D8}"/>
          </ac:spMkLst>
        </pc:spChg>
        <pc:spChg chg="add">
          <ac:chgData name="Joaquin rodriguez tortora" userId="522e501330026e27" providerId="LiveId" clId="{836FC09E-CD57-4E16-808A-2FC3F178069F}" dt="2024-04-10T00:53:51.912" v="372" actId="26606"/>
          <ac:spMkLst>
            <pc:docMk/>
            <pc:sldMk cId="2057957173" sldId="287"/>
            <ac:spMk id="7" creationId="{787F4F1C-8D3D-4EC1-B72D-A0470A5A08B8}"/>
          </ac:spMkLst>
        </pc:spChg>
        <pc:grpChg chg="add">
          <ac:chgData name="Joaquin rodriguez tortora" userId="522e501330026e27" providerId="LiveId" clId="{836FC09E-CD57-4E16-808A-2FC3F178069F}" dt="2024-04-10T00:53:51.912" v="372" actId="26606"/>
          <ac:grpSpMkLst>
            <pc:docMk/>
            <pc:sldMk cId="2057957173" sldId="287"/>
            <ac:grpSpMk id="9" creationId="{D1E3DD61-64DB-46AD-B249-E273CD86B051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1T00:23:25.957" v="1327" actId="113"/>
        <pc:sldMkLst>
          <pc:docMk/>
          <pc:sldMk cId="3436354750" sldId="288"/>
        </pc:sldMkLst>
        <pc:spChg chg="mod">
          <ac:chgData name="Joaquin rodriguez tortora" userId="522e501330026e27" providerId="LiveId" clId="{836FC09E-CD57-4E16-808A-2FC3F178069F}" dt="2024-04-11T00:23:25.957" v="1327" actId="113"/>
          <ac:spMkLst>
            <pc:docMk/>
            <pc:sldMk cId="3436354750" sldId="288"/>
            <ac:spMk id="2" creationId="{36AE72B0-C24B-49E8-CECC-15F692C008B9}"/>
          </ac:spMkLst>
        </pc:spChg>
        <pc:spChg chg="add">
          <ac:chgData name="Joaquin rodriguez tortora" userId="522e501330026e27" providerId="LiveId" clId="{836FC09E-CD57-4E16-808A-2FC3F178069F}" dt="2024-04-10T00:54:23.246" v="408" actId="26606"/>
          <ac:spMkLst>
            <pc:docMk/>
            <pc:sldMk cId="3436354750" sldId="288"/>
            <ac:spMk id="7" creationId="{8B646C36-EEEC-4D52-8E8E-206F4CD8A3DA}"/>
          </ac:spMkLst>
        </pc:spChg>
        <pc:spChg chg="add">
          <ac:chgData name="Joaquin rodriguez tortora" userId="522e501330026e27" providerId="LiveId" clId="{836FC09E-CD57-4E16-808A-2FC3F178069F}" dt="2024-04-10T00:54:23.246" v="408" actId="26606"/>
          <ac:spMkLst>
            <pc:docMk/>
            <pc:sldMk cId="3436354750" sldId="288"/>
            <ac:spMk id="13" creationId="{D649D88F-3460-4C52-888E-001C62B26EE5}"/>
          </ac:spMkLst>
        </pc:spChg>
        <pc:spChg chg="add">
          <ac:chgData name="Joaquin rodriguez tortora" userId="522e501330026e27" providerId="LiveId" clId="{836FC09E-CD57-4E16-808A-2FC3F178069F}" dt="2024-04-10T00:54:23.246" v="408" actId="26606"/>
          <ac:spMkLst>
            <pc:docMk/>
            <pc:sldMk cId="3436354750" sldId="288"/>
            <ac:spMk id="15" creationId="{A2B5CBEA-F125-49B6-8335-227C325B112B}"/>
          </ac:spMkLst>
        </pc:spChg>
        <pc:spChg chg="add">
          <ac:chgData name="Joaquin rodriguez tortora" userId="522e501330026e27" providerId="LiveId" clId="{836FC09E-CD57-4E16-808A-2FC3F178069F}" dt="2024-04-10T00:54:23.246" v="408" actId="26606"/>
          <ac:spMkLst>
            <pc:docMk/>
            <pc:sldMk cId="3436354750" sldId="288"/>
            <ac:spMk id="17" creationId="{217DD14E-3BC7-413D-B4AB-B92EED2F57C5}"/>
          </ac:spMkLst>
        </pc:spChg>
        <pc:spChg chg="add">
          <ac:chgData name="Joaquin rodriguez tortora" userId="522e501330026e27" providerId="LiveId" clId="{836FC09E-CD57-4E16-808A-2FC3F178069F}" dt="2024-04-10T00:54:23.246" v="408" actId="26606"/>
          <ac:spMkLst>
            <pc:docMk/>
            <pc:sldMk cId="3436354750" sldId="288"/>
            <ac:spMk id="19" creationId="{4FB204DF-284E-45F6-A017-79A4DF57BCCB}"/>
          </ac:spMkLst>
        </pc:spChg>
        <pc:spChg chg="add">
          <ac:chgData name="Joaquin rodriguez tortora" userId="522e501330026e27" providerId="LiveId" clId="{836FC09E-CD57-4E16-808A-2FC3F178069F}" dt="2024-04-10T00:54:23.246" v="408" actId="26606"/>
          <ac:spMkLst>
            <pc:docMk/>
            <pc:sldMk cId="3436354750" sldId="288"/>
            <ac:spMk id="21" creationId="{6908275D-177E-42F2-8887-134AFE8B70CC}"/>
          </ac:spMkLst>
        </pc:spChg>
        <pc:spChg chg="add">
          <ac:chgData name="Joaquin rodriguez tortora" userId="522e501330026e27" providerId="LiveId" clId="{836FC09E-CD57-4E16-808A-2FC3F178069F}" dt="2024-04-10T00:54:23.246" v="408" actId="26606"/>
          <ac:spMkLst>
            <pc:docMk/>
            <pc:sldMk cId="3436354750" sldId="288"/>
            <ac:spMk id="23" creationId="{4D1A5E71-B6B6-486A-8CDC-C7ABD9B903F6}"/>
          </ac:spMkLst>
        </pc:spChg>
        <pc:spChg chg="add">
          <ac:chgData name="Joaquin rodriguez tortora" userId="522e501330026e27" providerId="LiveId" clId="{836FC09E-CD57-4E16-808A-2FC3F178069F}" dt="2024-04-10T00:54:23.246" v="408" actId="26606"/>
          <ac:spMkLst>
            <pc:docMk/>
            <pc:sldMk cId="3436354750" sldId="288"/>
            <ac:spMk id="25" creationId="{E32B36D4-0C87-4882-A12C-18A91DBAE28D}"/>
          </ac:spMkLst>
        </pc:spChg>
        <pc:grpChg chg="add">
          <ac:chgData name="Joaquin rodriguez tortora" userId="522e501330026e27" providerId="LiveId" clId="{836FC09E-CD57-4E16-808A-2FC3F178069F}" dt="2024-04-10T00:54:23.246" v="408" actId="26606"/>
          <ac:grpSpMkLst>
            <pc:docMk/>
            <pc:sldMk cId="3436354750" sldId="288"/>
            <ac:grpSpMk id="9" creationId="{E7E9D86A-D513-48F9-851A-5F3725E80003}"/>
          </ac:grpSpMkLst>
        </pc:grpChg>
        <pc:grpChg chg="add">
          <ac:chgData name="Joaquin rodriguez tortora" userId="522e501330026e27" providerId="LiveId" clId="{836FC09E-CD57-4E16-808A-2FC3F178069F}" dt="2024-04-10T00:54:23.246" v="408" actId="26606"/>
          <ac:grpSpMkLst>
            <pc:docMk/>
            <pc:sldMk cId="3436354750" sldId="288"/>
            <ac:grpSpMk id="27" creationId="{FB9739EB-7F66-433D-841F-AB3CD18700B7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1T00:23:50.192" v="1333" actId="113"/>
        <pc:sldMkLst>
          <pc:docMk/>
          <pc:sldMk cId="3925935597" sldId="289"/>
        </pc:sldMkLst>
        <pc:spChg chg="mod">
          <ac:chgData name="Joaquin rodriguez tortora" userId="522e501330026e27" providerId="LiveId" clId="{836FC09E-CD57-4E16-808A-2FC3F178069F}" dt="2024-04-11T00:23:50.192" v="1333" actId="113"/>
          <ac:spMkLst>
            <pc:docMk/>
            <pc:sldMk cId="3925935597" sldId="289"/>
            <ac:spMk id="2" creationId="{AD7B3A94-755E-103A-F0C3-7246D995F39D}"/>
          </ac:spMkLst>
        </pc:spChg>
        <pc:spChg chg="add">
          <ac:chgData name="Joaquin rodriguez tortora" userId="522e501330026e27" providerId="LiveId" clId="{836FC09E-CD57-4E16-808A-2FC3F178069F}" dt="2024-04-10T00:54:54.426" v="422" actId="26606"/>
          <ac:spMkLst>
            <pc:docMk/>
            <pc:sldMk cId="3925935597" sldId="289"/>
            <ac:spMk id="8" creationId="{0671A8AE-40A1-4631-A6B8-581AFF065482}"/>
          </ac:spMkLst>
        </pc:spChg>
        <pc:spChg chg="add">
          <ac:chgData name="Joaquin rodriguez tortora" userId="522e501330026e27" providerId="LiveId" clId="{836FC09E-CD57-4E16-808A-2FC3F178069F}" dt="2024-04-10T00:54:54.426" v="422" actId="26606"/>
          <ac:spMkLst>
            <pc:docMk/>
            <pc:sldMk cId="3925935597" sldId="289"/>
            <ac:spMk id="10" creationId="{AB58EF07-17C2-48CF-ABB0-EEF1F17CB8F0}"/>
          </ac:spMkLst>
        </pc:spChg>
        <pc:spChg chg="add">
          <ac:chgData name="Joaquin rodriguez tortora" userId="522e501330026e27" providerId="LiveId" clId="{836FC09E-CD57-4E16-808A-2FC3F178069F}" dt="2024-04-10T00:54:54.426" v="422" actId="26606"/>
          <ac:spMkLst>
            <pc:docMk/>
            <pc:sldMk cId="3925935597" sldId="289"/>
            <ac:spMk id="12" creationId="{AF2F604E-43BE-4DC3-B983-E071523364F8}"/>
          </ac:spMkLst>
        </pc:spChg>
        <pc:spChg chg="add">
          <ac:chgData name="Joaquin rodriguez tortora" userId="522e501330026e27" providerId="LiveId" clId="{836FC09E-CD57-4E16-808A-2FC3F178069F}" dt="2024-04-10T00:54:54.426" v="422" actId="26606"/>
          <ac:spMkLst>
            <pc:docMk/>
            <pc:sldMk cId="3925935597" sldId="289"/>
            <ac:spMk id="14" creationId="{08C9B587-E65E-4B52-B37C-ABEBB6E87928}"/>
          </ac:spMkLst>
        </pc:spChg>
        <pc:picChg chg="add mod">
          <ac:chgData name="Joaquin rodriguez tortora" userId="522e501330026e27" providerId="LiveId" clId="{836FC09E-CD57-4E16-808A-2FC3F178069F}" dt="2024-04-10T00:59:38.621" v="425" actId="27614"/>
          <ac:picMkLst>
            <pc:docMk/>
            <pc:sldMk cId="3925935597" sldId="289"/>
            <ac:picMk id="4" creationId="{09AD32ED-0125-5F18-136F-3446AFD3CC27}"/>
          </ac:picMkLst>
        </pc:picChg>
      </pc:sldChg>
      <pc:sldChg chg="addSp delSp modSp new mod ord setBg">
        <pc:chgData name="Joaquin rodriguez tortora" userId="522e501330026e27" providerId="LiveId" clId="{836FC09E-CD57-4E16-808A-2FC3F178069F}" dt="2024-04-10T01:02:13.459" v="446" actId="26606"/>
        <pc:sldMkLst>
          <pc:docMk/>
          <pc:sldMk cId="4045459203" sldId="290"/>
        </pc:sldMkLst>
        <pc:spChg chg="add del">
          <ac:chgData name="Joaquin rodriguez tortora" userId="522e501330026e27" providerId="LiveId" clId="{836FC09E-CD57-4E16-808A-2FC3F178069F}" dt="2024-04-10T01:00:25.983" v="432" actId="478"/>
          <ac:spMkLst>
            <pc:docMk/>
            <pc:sldMk cId="4045459203" sldId="290"/>
            <ac:spMk id="2" creationId="{5FAC6781-03AC-A623-A563-76E05B7DC813}"/>
          </ac:spMkLst>
        </pc:spChg>
        <pc:spChg chg="add del">
          <ac:chgData name="Joaquin rodriguez tortora" userId="522e501330026e27" providerId="LiveId" clId="{836FC09E-CD57-4E16-808A-2FC3F178069F}" dt="2024-04-10T01:00:35.319" v="434" actId="478"/>
          <ac:spMkLst>
            <pc:docMk/>
            <pc:sldMk cId="4045459203" sldId="290"/>
            <ac:spMk id="3" creationId="{CA4F15E5-27F9-A2B0-E3B8-7A4457AE5CE9}"/>
          </ac:spMkLst>
        </pc:spChg>
        <pc:spChg chg="add del">
          <ac:chgData name="Joaquin rodriguez tortora" userId="522e501330026e27" providerId="LiveId" clId="{836FC09E-CD57-4E16-808A-2FC3F178069F}" dt="2024-04-10T01:02:13.459" v="446" actId="26606"/>
          <ac:spMkLst>
            <pc:docMk/>
            <pc:sldMk cId="4045459203" sldId="290"/>
            <ac:spMk id="10" creationId="{B9FF99BD-075F-4761-A995-6FC574BD25EA}"/>
          </ac:spMkLst>
        </pc:spChg>
        <pc:spChg chg="add del">
          <ac:chgData name="Joaquin rodriguez tortora" userId="522e501330026e27" providerId="LiveId" clId="{836FC09E-CD57-4E16-808A-2FC3F178069F}" dt="2024-04-10T01:02:13.459" v="446" actId="26606"/>
          <ac:spMkLst>
            <pc:docMk/>
            <pc:sldMk cId="4045459203" sldId="290"/>
            <ac:spMk id="12" creationId="{A7B21A54-9BA3-4EA9-B460-5A829ADD9051}"/>
          </ac:spMkLst>
        </pc:spChg>
        <pc:spChg chg="add del">
          <ac:chgData name="Joaquin rodriguez tortora" userId="522e501330026e27" providerId="LiveId" clId="{836FC09E-CD57-4E16-808A-2FC3F178069F}" dt="2024-04-10T01:02:13.459" v="446" actId="26606"/>
          <ac:spMkLst>
            <pc:docMk/>
            <pc:sldMk cId="4045459203" sldId="290"/>
            <ac:spMk id="14" creationId="{6FA8F714-B9D8-488A-8CCA-E9948FF913A9}"/>
          </ac:spMkLst>
        </pc:spChg>
        <pc:spChg chg="add">
          <ac:chgData name="Joaquin rodriguez tortora" userId="522e501330026e27" providerId="LiveId" clId="{836FC09E-CD57-4E16-808A-2FC3F178069F}" dt="2024-04-10T01:02:13.459" v="446" actId="26606"/>
          <ac:spMkLst>
            <pc:docMk/>
            <pc:sldMk cId="4045459203" sldId="290"/>
            <ac:spMk id="19" creationId="{1500B4A4-B1F1-41EA-886A-B8A210DBCA3B}"/>
          </ac:spMkLst>
        </pc:spChg>
        <pc:spChg chg="add">
          <ac:chgData name="Joaquin rodriguez tortora" userId="522e501330026e27" providerId="LiveId" clId="{836FC09E-CD57-4E16-808A-2FC3F178069F}" dt="2024-04-10T01:02:13.459" v="446" actId="26606"/>
          <ac:spMkLst>
            <pc:docMk/>
            <pc:sldMk cId="4045459203" sldId="290"/>
            <ac:spMk id="21" creationId="{5E55A99C-0BDC-4DBE-8E40-9FA66F629FA1}"/>
          </ac:spMkLst>
        </pc:spChg>
        <pc:picChg chg="add mod modCrop">
          <ac:chgData name="Joaquin rodriguez tortora" userId="522e501330026e27" providerId="LiveId" clId="{836FC09E-CD57-4E16-808A-2FC3F178069F}" dt="2024-04-10T01:02:13.459" v="446" actId="26606"/>
          <ac:picMkLst>
            <pc:docMk/>
            <pc:sldMk cId="4045459203" sldId="290"/>
            <ac:picMk id="5" creationId="{A505407D-2567-7EC2-90AB-C740EB38C73E}"/>
          </ac:picMkLst>
        </pc:picChg>
      </pc:sldChg>
      <pc:sldChg chg="addSp delSp modSp new mod setBg">
        <pc:chgData name="Joaquin rodriguez tortora" userId="522e501330026e27" providerId="LiveId" clId="{836FC09E-CD57-4E16-808A-2FC3F178069F}" dt="2024-04-11T00:21:25.764" v="1302" actId="115"/>
        <pc:sldMkLst>
          <pc:docMk/>
          <pc:sldMk cId="1802649409" sldId="291"/>
        </pc:sldMkLst>
        <pc:spChg chg="mod">
          <ac:chgData name="Joaquin rodriguez tortora" userId="522e501330026e27" providerId="LiveId" clId="{836FC09E-CD57-4E16-808A-2FC3F178069F}" dt="2024-04-11T00:21:25.764" v="1302" actId="115"/>
          <ac:spMkLst>
            <pc:docMk/>
            <pc:sldMk cId="1802649409" sldId="291"/>
            <ac:spMk id="2" creationId="{6BDF21C4-4C0D-8040-CA08-E6D7F8648A98}"/>
          </ac:spMkLst>
        </pc:spChg>
        <pc:spChg chg="add del mod">
          <ac:chgData name="Joaquin rodriguez tortora" userId="522e501330026e27" providerId="LiveId" clId="{836FC09E-CD57-4E16-808A-2FC3F178069F}" dt="2024-04-10T01:09:43.958" v="562" actId="478"/>
          <ac:spMkLst>
            <pc:docMk/>
            <pc:sldMk cId="1802649409" sldId="291"/>
            <ac:spMk id="3" creationId="{C8AF07BB-230D-FF16-E8F9-EA875C313C12}"/>
          </ac:spMkLst>
        </pc:spChg>
        <pc:spChg chg="add del mod">
          <ac:chgData name="Joaquin rodriguez tortora" userId="522e501330026e27" providerId="LiveId" clId="{836FC09E-CD57-4E16-808A-2FC3F178069F}" dt="2024-04-10T01:09:43.958" v="562" actId="478"/>
          <ac:spMkLst>
            <pc:docMk/>
            <pc:sldMk cId="1802649409" sldId="291"/>
            <ac:spMk id="4" creationId="{C80458B8-C4AC-830C-F6FC-E7BA34BFF01F}"/>
          </ac:spMkLst>
        </pc:spChg>
        <pc:spChg chg="add del mod">
          <ac:chgData name="Joaquin rodriguez tortora" userId="522e501330026e27" providerId="LiveId" clId="{836FC09E-CD57-4E16-808A-2FC3F178069F}" dt="2024-04-10T01:09:43.958" v="562" actId="478"/>
          <ac:spMkLst>
            <pc:docMk/>
            <pc:sldMk cId="1802649409" sldId="291"/>
            <ac:spMk id="5" creationId="{8B5E90A2-3F39-7827-4329-5031A97CFD89}"/>
          </ac:spMkLst>
        </pc:spChg>
        <pc:spChg chg="add">
          <ac:chgData name="Joaquin rodriguez tortora" userId="522e501330026e27" providerId="LiveId" clId="{836FC09E-CD57-4E16-808A-2FC3F178069F}" dt="2024-04-10T01:09:49.546" v="563" actId="26606"/>
          <ac:spMkLst>
            <pc:docMk/>
            <pc:sldMk cId="1802649409" sldId="291"/>
            <ac:spMk id="7" creationId="{8B646C36-EEEC-4D52-8E8E-206F4CD8A3DA}"/>
          </ac:spMkLst>
        </pc:spChg>
        <pc:spChg chg="add">
          <ac:chgData name="Joaquin rodriguez tortora" userId="522e501330026e27" providerId="LiveId" clId="{836FC09E-CD57-4E16-808A-2FC3F178069F}" dt="2024-04-10T01:09:49.546" v="563" actId="26606"/>
          <ac:spMkLst>
            <pc:docMk/>
            <pc:sldMk cId="1802649409" sldId="291"/>
            <ac:spMk id="13" creationId="{D649D88F-3460-4C52-888E-001C62B26EE5}"/>
          </ac:spMkLst>
        </pc:spChg>
        <pc:spChg chg="add">
          <ac:chgData name="Joaquin rodriguez tortora" userId="522e501330026e27" providerId="LiveId" clId="{836FC09E-CD57-4E16-808A-2FC3F178069F}" dt="2024-04-10T01:09:49.546" v="563" actId="26606"/>
          <ac:spMkLst>
            <pc:docMk/>
            <pc:sldMk cId="1802649409" sldId="291"/>
            <ac:spMk id="15" creationId="{A2B5CBEA-F125-49B6-8335-227C325B112B}"/>
          </ac:spMkLst>
        </pc:spChg>
        <pc:spChg chg="add">
          <ac:chgData name="Joaquin rodriguez tortora" userId="522e501330026e27" providerId="LiveId" clId="{836FC09E-CD57-4E16-808A-2FC3F178069F}" dt="2024-04-10T01:09:49.546" v="563" actId="26606"/>
          <ac:spMkLst>
            <pc:docMk/>
            <pc:sldMk cId="1802649409" sldId="291"/>
            <ac:spMk id="17" creationId="{217DD14E-3BC7-413D-B4AB-B92EED2F57C5}"/>
          </ac:spMkLst>
        </pc:spChg>
        <pc:spChg chg="add">
          <ac:chgData name="Joaquin rodriguez tortora" userId="522e501330026e27" providerId="LiveId" clId="{836FC09E-CD57-4E16-808A-2FC3F178069F}" dt="2024-04-10T01:09:49.546" v="563" actId="26606"/>
          <ac:spMkLst>
            <pc:docMk/>
            <pc:sldMk cId="1802649409" sldId="291"/>
            <ac:spMk id="19" creationId="{4FB204DF-284E-45F6-A017-79A4DF57BCCB}"/>
          </ac:spMkLst>
        </pc:spChg>
        <pc:spChg chg="add">
          <ac:chgData name="Joaquin rodriguez tortora" userId="522e501330026e27" providerId="LiveId" clId="{836FC09E-CD57-4E16-808A-2FC3F178069F}" dt="2024-04-10T01:09:49.546" v="563" actId="26606"/>
          <ac:spMkLst>
            <pc:docMk/>
            <pc:sldMk cId="1802649409" sldId="291"/>
            <ac:spMk id="21" creationId="{6908275D-177E-42F2-8887-134AFE8B70CC}"/>
          </ac:spMkLst>
        </pc:spChg>
        <pc:spChg chg="add">
          <ac:chgData name="Joaquin rodriguez tortora" userId="522e501330026e27" providerId="LiveId" clId="{836FC09E-CD57-4E16-808A-2FC3F178069F}" dt="2024-04-10T01:09:49.546" v="563" actId="26606"/>
          <ac:spMkLst>
            <pc:docMk/>
            <pc:sldMk cId="1802649409" sldId="291"/>
            <ac:spMk id="23" creationId="{4D1A5E71-B6B6-486A-8CDC-C7ABD9B903F6}"/>
          </ac:spMkLst>
        </pc:spChg>
        <pc:spChg chg="add">
          <ac:chgData name="Joaquin rodriguez tortora" userId="522e501330026e27" providerId="LiveId" clId="{836FC09E-CD57-4E16-808A-2FC3F178069F}" dt="2024-04-10T01:09:49.546" v="563" actId="26606"/>
          <ac:spMkLst>
            <pc:docMk/>
            <pc:sldMk cId="1802649409" sldId="291"/>
            <ac:spMk id="25" creationId="{E32B36D4-0C87-4882-A12C-18A91DBAE28D}"/>
          </ac:spMkLst>
        </pc:spChg>
        <pc:grpChg chg="add">
          <ac:chgData name="Joaquin rodriguez tortora" userId="522e501330026e27" providerId="LiveId" clId="{836FC09E-CD57-4E16-808A-2FC3F178069F}" dt="2024-04-10T01:09:49.546" v="563" actId="26606"/>
          <ac:grpSpMkLst>
            <pc:docMk/>
            <pc:sldMk cId="1802649409" sldId="291"/>
            <ac:grpSpMk id="9" creationId="{E7E9D86A-D513-48F9-851A-5F3725E80003}"/>
          </ac:grpSpMkLst>
        </pc:grpChg>
        <pc:grpChg chg="add">
          <ac:chgData name="Joaquin rodriguez tortora" userId="522e501330026e27" providerId="LiveId" clId="{836FC09E-CD57-4E16-808A-2FC3F178069F}" dt="2024-04-10T01:09:49.546" v="563" actId="26606"/>
          <ac:grpSpMkLst>
            <pc:docMk/>
            <pc:sldMk cId="1802649409" sldId="291"/>
            <ac:grpSpMk id="27" creationId="{FB9739EB-7F66-433D-841F-AB3CD18700B7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0T01:12:14.843" v="627" actId="255"/>
        <pc:sldMkLst>
          <pc:docMk/>
          <pc:sldMk cId="1864897012" sldId="292"/>
        </pc:sldMkLst>
        <pc:spChg chg="mod">
          <ac:chgData name="Joaquin rodriguez tortora" userId="522e501330026e27" providerId="LiveId" clId="{836FC09E-CD57-4E16-808A-2FC3F178069F}" dt="2024-04-10T01:12:14.843" v="627" actId="255"/>
          <ac:spMkLst>
            <pc:docMk/>
            <pc:sldMk cId="1864897012" sldId="292"/>
            <ac:spMk id="2" creationId="{08CDE021-1546-5E55-338B-E345072F6EC1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7" creationId="{3A397E3E-B90C-4D82-BAAA-36F7AC6A4565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9" creationId="{E16C8D8F-10E9-4498-ABDB-0F923F8B6837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11" creationId="{1E5A83E3-8A11-4492-BB6E-F5F2240316FB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13" creationId="{8CF5E676-CA04-4CED-9F1E-5026ED66E66D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15" creationId="{6BA9E676-A8FC-4C2F-8D78-C13ED8ABDBA8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17" creationId="{A2B5CBEA-F125-49B6-8335-227C325B112B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19" creationId="{EECD79B5-5FC5-495F-BFD6-346C16E787A7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21" creationId="{2C1D3151-5F97-4860-B56C-C98BD62CC255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23" creationId="{32D9D048-3063-435A-8C23-26C1907E9619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25" creationId="{8DE96824-E506-4448-8704-5EC7BF7BC51B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27" creationId="{4D1A5E71-B6B6-486A-8CDC-C7ABD9B903F6}"/>
          </ac:spMkLst>
        </pc:spChg>
        <pc:spChg chg="add">
          <ac:chgData name="Joaquin rodriguez tortora" userId="522e501330026e27" providerId="LiveId" clId="{836FC09E-CD57-4E16-808A-2FC3F178069F}" dt="2024-04-10T01:12:06.201" v="626" actId="26606"/>
          <ac:spMkLst>
            <pc:docMk/>
            <pc:sldMk cId="1864897012" sldId="292"/>
            <ac:spMk id="29" creationId="{B6C541AE-9B02-44C0-B8C6-B2DEA7ED3813}"/>
          </ac:spMkLst>
        </pc:spChg>
      </pc:sldChg>
      <pc:sldChg chg="addSp modSp new mod setBg">
        <pc:chgData name="Joaquin rodriguez tortora" userId="522e501330026e27" providerId="LiveId" clId="{836FC09E-CD57-4E16-808A-2FC3F178069F}" dt="2024-04-11T00:22:08.236" v="1309" actId="20577"/>
        <pc:sldMkLst>
          <pc:docMk/>
          <pc:sldMk cId="1269795293" sldId="293"/>
        </pc:sldMkLst>
        <pc:spChg chg="add mod">
          <ac:chgData name="Joaquin rodriguez tortora" userId="522e501330026e27" providerId="LiveId" clId="{836FC09E-CD57-4E16-808A-2FC3F178069F}" dt="2024-04-11T00:22:08.236" v="1309" actId="20577"/>
          <ac:spMkLst>
            <pc:docMk/>
            <pc:sldMk cId="1269795293" sldId="293"/>
            <ac:spMk id="2" creationId="{6C6FD46F-D187-F06E-61FE-CA4F9E59BBBB}"/>
          </ac:spMkLst>
        </pc:spChg>
        <pc:spChg chg="add">
          <ac:chgData name="Joaquin rodriguez tortora" userId="522e501330026e27" providerId="LiveId" clId="{836FC09E-CD57-4E16-808A-2FC3F178069F}" dt="2024-04-10T01:16:21.736" v="642" actId="26606"/>
          <ac:spMkLst>
            <pc:docMk/>
            <pc:sldMk cId="1269795293" sldId="293"/>
            <ac:spMk id="3079" creationId="{0B761509-3B9A-49A6-A84B-C3D86811697D}"/>
          </ac:spMkLst>
        </pc:spChg>
        <pc:spChg chg="add">
          <ac:chgData name="Joaquin rodriguez tortora" userId="522e501330026e27" providerId="LiveId" clId="{836FC09E-CD57-4E16-808A-2FC3F178069F}" dt="2024-04-10T01:16:21.736" v="642" actId="26606"/>
          <ac:spMkLst>
            <pc:docMk/>
            <pc:sldMk cId="1269795293" sldId="293"/>
            <ac:spMk id="3081" creationId="{91DE43FD-EB47-414A-B0AB-169B0FFFA527}"/>
          </ac:spMkLst>
        </pc:spChg>
        <pc:grpChg chg="add">
          <ac:chgData name="Joaquin rodriguez tortora" userId="522e501330026e27" providerId="LiveId" clId="{836FC09E-CD57-4E16-808A-2FC3F178069F}" dt="2024-04-10T01:16:21.736" v="642" actId="26606"/>
          <ac:grpSpMkLst>
            <pc:docMk/>
            <pc:sldMk cId="1269795293" sldId="293"/>
            <ac:grpSpMk id="3083" creationId="{58495BCC-CE77-4CC2-952E-846F41119FD5}"/>
          </ac:grpSpMkLst>
        </pc:grpChg>
        <pc:picChg chg="add mod">
          <ac:chgData name="Joaquin rodriguez tortora" userId="522e501330026e27" providerId="LiveId" clId="{836FC09E-CD57-4E16-808A-2FC3F178069F}" dt="2024-04-10T01:16:21.736" v="642" actId="26606"/>
          <ac:picMkLst>
            <pc:docMk/>
            <pc:sldMk cId="1269795293" sldId="293"/>
            <ac:picMk id="3074" creationId="{4D4F0909-1444-66E1-CB94-8B95EBDCB355}"/>
          </ac:picMkLst>
        </pc:picChg>
      </pc:sldChg>
      <pc:sldChg chg="addSp modSp new mod setBg">
        <pc:chgData name="Joaquin rodriguez tortora" userId="522e501330026e27" providerId="LiveId" clId="{836FC09E-CD57-4E16-808A-2FC3F178069F}" dt="2024-04-10T01:20:14.725" v="645" actId="26606"/>
        <pc:sldMkLst>
          <pc:docMk/>
          <pc:sldMk cId="4240924858" sldId="294"/>
        </pc:sldMkLst>
        <pc:spChg chg="add">
          <ac:chgData name="Joaquin rodriguez tortora" userId="522e501330026e27" providerId="LiveId" clId="{836FC09E-CD57-4E16-808A-2FC3F178069F}" dt="2024-04-10T01:20:14.725" v="645" actId="26606"/>
          <ac:spMkLst>
            <pc:docMk/>
            <pc:sldMk cId="4240924858" sldId="294"/>
            <ac:spMk id="4103" creationId="{42A4FC2C-047E-45A5-965D-8E1E3BF09BC6}"/>
          </ac:spMkLst>
        </pc:spChg>
        <pc:picChg chg="add mod">
          <ac:chgData name="Joaquin rodriguez tortora" userId="522e501330026e27" providerId="LiveId" clId="{836FC09E-CD57-4E16-808A-2FC3F178069F}" dt="2024-04-10T01:20:14.725" v="645" actId="26606"/>
          <ac:picMkLst>
            <pc:docMk/>
            <pc:sldMk cId="4240924858" sldId="294"/>
            <ac:picMk id="4098" creationId="{8FAFC237-3732-8FF2-6B9F-266328425BD8}"/>
          </ac:picMkLst>
        </pc:picChg>
      </pc:sldChg>
      <pc:sldChg chg="addSp delSp modSp new mod setBg">
        <pc:chgData name="Joaquin rodriguez tortora" userId="522e501330026e27" providerId="LiveId" clId="{836FC09E-CD57-4E16-808A-2FC3F178069F}" dt="2024-04-10T01:26:30.717" v="653" actId="26606"/>
        <pc:sldMkLst>
          <pc:docMk/>
          <pc:sldMk cId="2312450075" sldId="295"/>
        </pc:sldMkLst>
        <pc:spChg chg="add del">
          <ac:chgData name="Joaquin rodriguez tortora" userId="522e501330026e27" providerId="LiveId" clId="{836FC09E-CD57-4E16-808A-2FC3F178069F}" dt="2024-04-10T01:26:30.717" v="653" actId="26606"/>
          <ac:spMkLst>
            <pc:docMk/>
            <pc:sldMk cId="2312450075" sldId="295"/>
            <ac:spMk id="5127" creationId="{5D9FC6AC-4A12-4825-8ABE-0732B8EF4D16}"/>
          </ac:spMkLst>
        </pc:spChg>
        <pc:spChg chg="add">
          <ac:chgData name="Joaquin rodriguez tortora" userId="522e501330026e27" providerId="LiveId" clId="{836FC09E-CD57-4E16-808A-2FC3F178069F}" dt="2024-04-10T01:26:30.717" v="653" actId="26606"/>
          <ac:spMkLst>
            <pc:docMk/>
            <pc:sldMk cId="2312450075" sldId="295"/>
            <ac:spMk id="5132" creationId="{ED55A19D-297C-4231-AD1F-08EF9B4AA8F4}"/>
          </ac:spMkLst>
        </pc:spChg>
        <pc:spChg chg="add">
          <ac:chgData name="Joaquin rodriguez tortora" userId="522e501330026e27" providerId="LiveId" clId="{836FC09E-CD57-4E16-808A-2FC3F178069F}" dt="2024-04-10T01:26:30.717" v="653" actId="26606"/>
          <ac:spMkLst>
            <pc:docMk/>
            <pc:sldMk cId="2312450075" sldId="295"/>
            <ac:spMk id="5134" creationId="{EBAB6C56-3D38-4923-996E-BD474BBB91E9}"/>
          </ac:spMkLst>
        </pc:spChg>
        <pc:spChg chg="add">
          <ac:chgData name="Joaquin rodriguez tortora" userId="522e501330026e27" providerId="LiveId" clId="{836FC09E-CD57-4E16-808A-2FC3F178069F}" dt="2024-04-10T01:26:30.717" v="653" actId="26606"/>
          <ac:spMkLst>
            <pc:docMk/>
            <pc:sldMk cId="2312450075" sldId="295"/>
            <ac:spMk id="5136" creationId="{20CD21DB-082D-417D-A5AB-FC838AF9D944}"/>
          </ac:spMkLst>
        </pc:spChg>
        <pc:spChg chg="add">
          <ac:chgData name="Joaquin rodriguez tortora" userId="522e501330026e27" providerId="LiveId" clId="{836FC09E-CD57-4E16-808A-2FC3F178069F}" dt="2024-04-10T01:26:30.717" v="653" actId="26606"/>
          <ac:spMkLst>
            <pc:docMk/>
            <pc:sldMk cId="2312450075" sldId="295"/>
            <ac:spMk id="5138" creationId="{7BD8AB83-2763-4392-B4B9-049CDF1F6EA4}"/>
          </ac:spMkLst>
        </pc:spChg>
        <pc:spChg chg="add">
          <ac:chgData name="Joaquin rodriguez tortora" userId="522e501330026e27" providerId="LiveId" clId="{836FC09E-CD57-4E16-808A-2FC3F178069F}" dt="2024-04-10T01:26:30.717" v="653" actId="26606"/>
          <ac:spMkLst>
            <pc:docMk/>
            <pc:sldMk cId="2312450075" sldId="295"/>
            <ac:spMk id="5140" creationId="{480F071C-C35C-4CE1-8EE5-8ED96E2F4E25}"/>
          </ac:spMkLst>
        </pc:spChg>
        <pc:spChg chg="add">
          <ac:chgData name="Joaquin rodriguez tortora" userId="522e501330026e27" providerId="LiveId" clId="{836FC09E-CD57-4E16-808A-2FC3F178069F}" dt="2024-04-10T01:26:30.717" v="653" actId="26606"/>
          <ac:spMkLst>
            <pc:docMk/>
            <pc:sldMk cId="2312450075" sldId="295"/>
            <ac:spMk id="5142" creationId="{CD97FAB4-59E0-4E65-B50B-867B14D2A067}"/>
          </ac:spMkLst>
        </pc:spChg>
        <pc:spChg chg="add">
          <ac:chgData name="Joaquin rodriguez tortora" userId="522e501330026e27" providerId="LiveId" clId="{836FC09E-CD57-4E16-808A-2FC3F178069F}" dt="2024-04-10T01:26:30.717" v="653" actId="26606"/>
          <ac:spMkLst>
            <pc:docMk/>
            <pc:sldMk cId="2312450075" sldId="295"/>
            <ac:spMk id="5144" creationId="{0D578F4B-2751-4FC2-8853-FAC5C59139C1}"/>
          </ac:spMkLst>
        </pc:spChg>
        <pc:picChg chg="add del mod">
          <ac:chgData name="Joaquin rodriguez tortora" userId="522e501330026e27" providerId="LiveId" clId="{836FC09E-CD57-4E16-808A-2FC3F178069F}" dt="2024-04-10T01:26:28.243" v="652" actId="478"/>
          <ac:picMkLst>
            <pc:docMk/>
            <pc:sldMk cId="2312450075" sldId="295"/>
            <ac:picMk id="5122" creationId="{BD96F755-1EAF-993A-3902-753733CFEDA8}"/>
          </ac:picMkLst>
        </pc:picChg>
        <pc:picChg chg="add mod">
          <ac:chgData name="Joaquin rodriguez tortora" userId="522e501330026e27" providerId="LiveId" clId="{836FC09E-CD57-4E16-808A-2FC3F178069F}" dt="2024-04-10T01:26:30.717" v="653" actId="26606"/>
          <ac:picMkLst>
            <pc:docMk/>
            <pc:sldMk cId="2312450075" sldId="295"/>
            <ac:picMk id="5124" creationId="{2A41DF88-A3ED-BDC0-F395-2057F69F9D80}"/>
          </ac:picMkLst>
        </pc:picChg>
      </pc:sldChg>
      <pc:sldChg chg="addSp delSp modSp new mod setBg">
        <pc:chgData name="Joaquin rodriguez tortora" userId="522e501330026e27" providerId="LiveId" clId="{836FC09E-CD57-4E16-808A-2FC3F178069F}" dt="2024-04-11T00:22:36.332" v="1316" actId="255"/>
        <pc:sldMkLst>
          <pc:docMk/>
          <pc:sldMk cId="1279336068" sldId="296"/>
        </pc:sldMkLst>
        <pc:spChg chg="mod">
          <ac:chgData name="Joaquin rodriguez tortora" userId="522e501330026e27" providerId="LiveId" clId="{836FC09E-CD57-4E16-808A-2FC3F178069F}" dt="2024-04-11T00:22:36.332" v="1316" actId="255"/>
          <ac:spMkLst>
            <pc:docMk/>
            <pc:sldMk cId="1279336068" sldId="296"/>
            <ac:spMk id="2" creationId="{F2B910E0-4EA0-16AA-1D4C-06CB423087D8}"/>
          </ac:spMkLst>
        </pc:spChg>
        <pc:spChg chg="add del mod">
          <ac:chgData name="Joaquin rodriguez tortora" userId="522e501330026e27" providerId="LiveId" clId="{836FC09E-CD57-4E16-808A-2FC3F178069F}" dt="2024-04-10T01:27:30.158" v="706" actId="478"/>
          <ac:spMkLst>
            <pc:docMk/>
            <pc:sldMk cId="1279336068" sldId="296"/>
            <ac:spMk id="3" creationId="{8956A41B-E17A-CEB6-6E01-54736087F9A3}"/>
          </ac:spMkLst>
        </pc:spChg>
        <pc:spChg chg="add del mod">
          <ac:chgData name="Joaquin rodriguez tortora" userId="522e501330026e27" providerId="LiveId" clId="{836FC09E-CD57-4E16-808A-2FC3F178069F}" dt="2024-04-10T01:27:30.158" v="706" actId="478"/>
          <ac:spMkLst>
            <pc:docMk/>
            <pc:sldMk cId="1279336068" sldId="296"/>
            <ac:spMk id="4" creationId="{409C8116-858D-362A-4B0E-C45EE9C46356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7" creationId="{3A397E3E-B90C-4D82-BAAA-36F7AC6A4565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9" creationId="{E16C8D8F-10E9-4498-ABDB-0F923F8B6837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11" creationId="{1E5A83E3-8A11-4492-BB6E-F5F2240316FB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13" creationId="{8CF5E676-CA04-4CED-9F1E-5026ED66E66D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15" creationId="{6BA9E676-A8FC-4C2F-8D78-C13ED8ABDBA8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17" creationId="{A2B5CBEA-F125-49B6-8335-227C325B112B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19" creationId="{EECD79B5-5FC5-495F-BFD6-346C16E787A7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21" creationId="{2C1D3151-5F97-4860-B56C-C98BD62CC255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23" creationId="{32D9D048-3063-435A-8C23-26C1907E9619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25" creationId="{8DE96824-E506-4448-8704-5EC7BF7BC51B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27" creationId="{4D1A5E71-B6B6-486A-8CDC-C7ABD9B903F6}"/>
          </ac:spMkLst>
        </pc:spChg>
        <pc:spChg chg="add">
          <ac:chgData name="Joaquin rodriguez tortora" userId="522e501330026e27" providerId="LiveId" clId="{836FC09E-CD57-4E16-808A-2FC3F178069F}" dt="2024-04-10T01:27:34.071" v="707" actId="26606"/>
          <ac:spMkLst>
            <pc:docMk/>
            <pc:sldMk cId="1279336068" sldId="296"/>
            <ac:spMk id="29" creationId="{B6C541AE-9B02-44C0-B8C6-B2DEA7ED3813}"/>
          </ac:spMkLst>
        </pc:spChg>
      </pc:sldChg>
      <pc:sldChg chg="addSp modSp new mod ord setBg addAnim">
        <pc:chgData name="Joaquin rodriguez tortora" userId="522e501330026e27" providerId="LiveId" clId="{836FC09E-CD57-4E16-808A-2FC3F178069F}" dt="2024-04-11T00:22:47.700" v="1318" actId="113"/>
        <pc:sldMkLst>
          <pc:docMk/>
          <pc:sldMk cId="2999848251" sldId="297"/>
        </pc:sldMkLst>
        <pc:spChg chg="mod">
          <ac:chgData name="Joaquin rodriguez tortora" userId="522e501330026e27" providerId="LiveId" clId="{836FC09E-CD57-4E16-808A-2FC3F178069F}" dt="2024-04-11T00:22:47.700" v="1318" actId="113"/>
          <ac:spMkLst>
            <pc:docMk/>
            <pc:sldMk cId="2999848251" sldId="297"/>
            <ac:spMk id="2" creationId="{4D7319C4-5059-CA21-8B70-82D40C526F25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7" creationId="{3A397E3E-B90C-4D82-BAAA-36F7AC6A4565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9" creationId="{E16C8D8F-10E9-4498-ABDB-0F923F8B6837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11" creationId="{1E5A83E3-8A11-4492-BB6E-F5F2240316FB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13" creationId="{8CF5E676-CA04-4CED-9F1E-5026ED66E66D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15" creationId="{6BA9E676-A8FC-4C2F-8D78-C13ED8ABDBA8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17" creationId="{A2B5CBEA-F125-49B6-8335-227C325B112B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19" creationId="{EECD79B5-5FC5-495F-BFD6-346C16E787A7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21" creationId="{2C1D3151-5F97-4860-B56C-C98BD62CC255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23" creationId="{32D9D048-3063-435A-8C23-26C1907E9619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25" creationId="{8DE96824-E506-4448-8704-5EC7BF7BC51B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27" creationId="{4D1A5E71-B6B6-486A-8CDC-C7ABD9B903F6}"/>
          </ac:spMkLst>
        </pc:spChg>
        <pc:spChg chg="add">
          <ac:chgData name="Joaquin rodriguez tortora" userId="522e501330026e27" providerId="LiveId" clId="{836FC09E-CD57-4E16-808A-2FC3F178069F}" dt="2024-04-10T01:29:04.665" v="775" actId="26606"/>
          <ac:spMkLst>
            <pc:docMk/>
            <pc:sldMk cId="2999848251" sldId="297"/>
            <ac:spMk id="29" creationId="{B6C541AE-9B02-44C0-B8C6-B2DEA7ED3813}"/>
          </ac:spMkLst>
        </pc:spChg>
      </pc:sldChg>
      <pc:sldChg chg="addSp modSp new mod setBg addAnim setClrOvrMap">
        <pc:chgData name="Joaquin rodriguez tortora" userId="522e501330026e27" providerId="LiveId" clId="{836FC09E-CD57-4E16-808A-2FC3F178069F}" dt="2024-04-11T00:22:58.679" v="1320" actId="255"/>
        <pc:sldMkLst>
          <pc:docMk/>
          <pc:sldMk cId="3546002113" sldId="298"/>
        </pc:sldMkLst>
        <pc:spChg chg="mod">
          <ac:chgData name="Joaquin rodriguez tortora" userId="522e501330026e27" providerId="LiveId" clId="{836FC09E-CD57-4E16-808A-2FC3F178069F}" dt="2024-04-11T00:22:58.679" v="1320" actId="255"/>
          <ac:spMkLst>
            <pc:docMk/>
            <pc:sldMk cId="3546002113" sldId="298"/>
            <ac:spMk id="2" creationId="{86C80117-D372-37F5-C519-2FBD7145CEEE}"/>
          </ac:spMkLst>
        </pc:spChg>
        <pc:spChg chg="add">
          <ac:chgData name="Joaquin rodriguez tortora" userId="522e501330026e27" providerId="LiveId" clId="{836FC09E-CD57-4E16-808A-2FC3F178069F}" dt="2024-04-10T01:30:15.008" v="783" actId="26606"/>
          <ac:spMkLst>
            <pc:docMk/>
            <pc:sldMk cId="3546002113" sldId="298"/>
            <ac:spMk id="7" creationId="{66B332A4-D438-4773-A77F-5ED49A448D9D}"/>
          </ac:spMkLst>
        </pc:spChg>
        <pc:spChg chg="add">
          <ac:chgData name="Joaquin rodriguez tortora" userId="522e501330026e27" providerId="LiveId" clId="{836FC09E-CD57-4E16-808A-2FC3F178069F}" dt="2024-04-10T01:30:15.008" v="783" actId="26606"/>
          <ac:spMkLst>
            <pc:docMk/>
            <pc:sldMk cId="3546002113" sldId="298"/>
            <ac:spMk id="9" creationId="{DF9AD32D-FF05-44F4-BD4D-9CEE89B71EB9}"/>
          </ac:spMkLst>
        </pc:spChg>
      </pc:sldChg>
      <pc:sldChg chg="addSp modSp new mod setBg">
        <pc:chgData name="Joaquin rodriguez tortora" userId="522e501330026e27" providerId="LiveId" clId="{836FC09E-CD57-4E16-808A-2FC3F178069F}" dt="2024-04-11T00:23:17.593" v="1325" actId="113"/>
        <pc:sldMkLst>
          <pc:docMk/>
          <pc:sldMk cId="1009121011" sldId="299"/>
        </pc:sldMkLst>
        <pc:spChg chg="mod">
          <ac:chgData name="Joaquin rodriguez tortora" userId="522e501330026e27" providerId="LiveId" clId="{836FC09E-CD57-4E16-808A-2FC3F178069F}" dt="2024-04-11T00:23:17.593" v="1325" actId="113"/>
          <ac:spMkLst>
            <pc:docMk/>
            <pc:sldMk cId="1009121011" sldId="299"/>
            <ac:spMk id="2" creationId="{F763AED4-74C2-1F88-90B3-00866B82D5A4}"/>
          </ac:spMkLst>
        </pc:spChg>
        <pc:spChg chg="add">
          <ac:chgData name="Joaquin rodriguez tortora" userId="522e501330026e27" providerId="LiveId" clId="{836FC09E-CD57-4E16-808A-2FC3F178069F}" dt="2024-04-10T01:32:44.271" v="838" actId="26606"/>
          <ac:spMkLst>
            <pc:docMk/>
            <pc:sldMk cId="1009121011" sldId="299"/>
            <ac:spMk id="7" creationId="{3677BAFB-3BD3-41BB-9107-FAE224AE21C4}"/>
          </ac:spMkLst>
        </pc:spChg>
        <pc:spChg chg="add">
          <ac:chgData name="Joaquin rodriguez tortora" userId="522e501330026e27" providerId="LiveId" clId="{836FC09E-CD57-4E16-808A-2FC3F178069F}" dt="2024-04-10T01:32:44.271" v="838" actId="26606"/>
          <ac:spMkLst>
            <pc:docMk/>
            <pc:sldMk cId="1009121011" sldId="299"/>
            <ac:spMk id="9" creationId="{E6823A9B-C188-42D4-847C-3AD928DB145C}"/>
          </ac:spMkLst>
        </pc:spChg>
        <pc:spChg chg="add">
          <ac:chgData name="Joaquin rodriguez tortora" userId="522e501330026e27" providerId="LiveId" clId="{836FC09E-CD57-4E16-808A-2FC3F178069F}" dt="2024-04-10T01:32:44.271" v="838" actId="26606"/>
          <ac:spMkLst>
            <pc:docMk/>
            <pc:sldMk cId="1009121011" sldId="299"/>
            <ac:spMk id="11" creationId="{34B557F3-1A0C-4749-A6DB-EAC082DF390B}"/>
          </ac:spMkLst>
        </pc:spChg>
        <pc:spChg chg="add">
          <ac:chgData name="Joaquin rodriguez tortora" userId="522e501330026e27" providerId="LiveId" clId="{836FC09E-CD57-4E16-808A-2FC3F178069F}" dt="2024-04-10T01:32:44.271" v="838" actId="26606"/>
          <ac:spMkLst>
            <pc:docMk/>
            <pc:sldMk cId="1009121011" sldId="299"/>
            <ac:spMk id="13" creationId="{55D55AA6-3751-494F-868A-DCEDC5CE82BF}"/>
          </ac:spMkLst>
        </pc:spChg>
        <pc:spChg chg="add">
          <ac:chgData name="Joaquin rodriguez tortora" userId="522e501330026e27" providerId="LiveId" clId="{836FC09E-CD57-4E16-808A-2FC3F178069F}" dt="2024-04-10T01:32:44.271" v="838" actId="26606"/>
          <ac:spMkLst>
            <pc:docMk/>
            <pc:sldMk cId="1009121011" sldId="299"/>
            <ac:spMk id="15" creationId="{4D4C00DC-4DC6-4CD2-9E31-F17E6CEBC5A6}"/>
          </ac:spMkLst>
        </pc:spChg>
        <pc:spChg chg="add">
          <ac:chgData name="Joaquin rodriguez tortora" userId="522e501330026e27" providerId="LiveId" clId="{836FC09E-CD57-4E16-808A-2FC3F178069F}" dt="2024-04-10T01:32:44.271" v="838" actId="26606"/>
          <ac:spMkLst>
            <pc:docMk/>
            <pc:sldMk cId="1009121011" sldId="299"/>
            <ac:spMk id="17" creationId="{D82AB1B2-7970-42CF-8BF5-567C69E9FFFB}"/>
          </ac:spMkLst>
        </pc:spChg>
        <pc:spChg chg="add">
          <ac:chgData name="Joaquin rodriguez tortora" userId="522e501330026e27" providerId="LiveId" clId="{836FC09E-CD57-4E16-808A-2FC3F178069F}" dt="2024-04-10T01:32:44.271" v="838" actId="26606"/>
          <ac:spMkLst>
            <pc:docMk/>
            <pc:sldMk cId="1009121011" sldId="299"/>
            <ac:spMk id="23" creationId="{C10FB9CA-E7FA-462C-B537-F1224ED1ACF4}"/>
          </ac:spMkLst>
        </pc:spChg>
        <pc:spChg chg="add">
          <ac:chgData name="Joaquin rodriguez tortora" userId="522e501330026e27" providerId="LiveId" clId="{836FC09E-CD57-4E16-808A-2FC3F178069F}" dt="2024-04-10T01:32:44.271" v="838" actId="26606"/>
          <ac:spMkLst>
            <pc:docMk/>
            <pc:sldMk cId="1009121011" sldId="299"/>
            <ac:spMk id="25" creationId="{D8469AE7-A75B-4F37-850B-EF5974ABED2C}"/>
          </ac:spMkLst>
        </pc:spChg>
        <pc:grpChg chg="add">
          <ac:chgData name="Joaquin rodriguez tortora" userId="522e501330026e27" providerId="LiveId" clId="{836FC09E-CD57-4E16-808A-2FC3F178069F}" dt="2024-04-10T01:32:44.271" v="838" actId="26606"/>
          <ac:grpSpMkLst>
            <pc:docMk/>
            <pc:sldMk cId="1009121011" sldId="299"/>
            <ac:grpSpMk id="19" creationId="{66FB5A75-BDE2-4F12-A95B-C48788A7685C}"/>
          </ac:grpSpMkLst>
        </pc:grpChg>
        <pc:grpChg chg="add">
          <ac:chgData name="Joaquin rodriguez tortora" userId="522e501330026e27" providerId="LiveId" clId="{836FC09E-CD57-4E16-808A-2FC3F178069F}" dt="2024-04-10T01:32:44.271" v="838" actId="26606"/>
          <ac:grpSpMkLst>
            <pc:docMk/>
            <pc:sldMk cId="1009121011" sldId="299"/>
            <ac:grpSpMk id="27" creationId="{63301095-70B2-49AA-8DA9-A35629AD621C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1T00:23:34.461" v="1329" actId="113"/>
        <pc:sldMkLst>
          <pc:docMk/>
          <pc:sldMk cId="3095081328" sldId="300"/>
        </pc:sldMkLst>
        <pc:spChg chg="mod">
          <ac:chgData name="Joaquin rodriguez tortora" userId="522e501330026e27" providerId="LiveId" clId="{836FC09E-CD57-4E16-808A-2FC3F178069F}" dt="2024-04-11T00:23:34.461" v="1329" actId="113"/>
          <ac:spMkLst>
            <pc:docMk/>
            <pc:sldMk cId="3095081328" sldId="300"/>
            <ac:spMk id="2" creationId="{652403A6-A36C-DE08-C4F9-5A57FF8735DB}"/>
          </ac:spMkLst>
        </pc:spChg>
        <pc:spChg chg="add">
          <ac:chgData name="Joaquin rodriguez tortora" userId="522e501330026e27" providerId="LiveId" clId="{836FC09E-CD57-4E16-808A-2FC3F178069F}" dt="2024-04-10T01:36:13.244" v="871" actId="26606"/>
          <ac:spMkLst>
            <pc:docMk/>
            <pc:sldMk cId="3095081328" sldId="300"/>
            <ac:spMk id="7" creationId="{489B7BFD-8F45-4093-AD9C-91B15B0503D9}"/>
          </ac:spMkLst>
        </pc:spChg>
        <pc:spChg chg="add">
          <ac:chgData name="Joaquin rodriguez tortora" userId="522e501330026e27" providerId="LiveId" clId="{836FC09E-CD57-4E16-808A-2FC3F178069F}" dt="2024-04-10T01:36:13.244" v="871" actId="26606"/>
          <ac:spMkLst>
            <pc:docMk/>
            <pc:sldMk cId="3095081328" sldId="300"/>
            <ac:spMk id="9" creationId="{D9DFE8A5-DCEC-4A43-B613-D62AC8C5734F}"/>
          </ac:spMkLst>
        </pc:spChg>
        <pc:spChg chg="add">
          <ac:chgData name="Joaquin rodriguez tortora" userId="522e501330026e27" providerId="LiveId" clId="{836FC09E-CD57-4E16-808A-2FC3F178069F}" dt="2024-04-10T01:36:13.244" v="871" actId="26606"/>
          <ac:spMkLst>
            <pc:docMk/>
            <pc:sldMk cId="3095081328" sldId="300"/>
            <ac:spMk id="11" creationId="{5608F6B8-DDC9-422E-B241-3222341D709C}"/>
          </ac:spMkLst>
        </pc:spChg>
        <pc:spChg chg="add">
          <ac:chgData name="Joaquin rodriguez tortora" userId="522e501330026e27" providerId="LiveId" clId="{836FC09E-CD57-4E16-808A-2FC3F178069F}" dt="2024-04-10T01:36:13.244" v="871" actId="26606"/>
          <ac:spMkLst>
            <pc:docMk/>
            <pc:sldMk cId="3095081328" sldId="300"/>
            <ac:spMk id="13" creationId="{26B7664A-BE61-4A65-B937-A31E08B8B9AD}"/>
          </ac:spMkLst>
        </pc:spChg>
        <pc:spChg chg="add">
          <ac:chgData name="Joaquin rodriguez tortora" userId="522e501330026e27" providerId="LiveId" clId="{836FC09E-CD57-4E16-808A-2FC3F178069F}" dt="2024-04-10T01:36:13.244" v="871" actId="26606"/>
          <ac:spMkLst>
            <pc:docMk/>
            <pc:sldMk cId="3095081328" sldId="300"/>
            <ac:spMk id="15" creationId="{279CAF82-0ECF-42BE-8F37-F71941E5D410}"/>
          </ac:spMkLst>
        </pc:spChg>
        <pc:spChg chg="add">
          <ac:chgData name="Joaquin rodriguez tortora" userId="522e501330026e27" providerId="LiveId" clId="{836FC09E-CD57-4E16-808A-2FC3F178069F}" dt="2024-04-10T01:36:13.244" v="871" actId="26606"/>
          <ac:spMkLst>
            <pc:docMk/>
            <pc:sldMk cId="3095081328" sldId="300"/>
            <ac:spMk id="17" creationId="{14A1FA07-A873-4AB3-8D01-CFEEEA8CA495}"/>
          </ac:spMkLst>
        </pc:spChg>
        <pc:spChg chg="add">
          <ac:chgData name="Joaquin rodriguez tortora" userId="522e501330026e27" providerId="LiveId" clId="{836FC09E-CD57-4E16-808A-2FC3F178069F}" dt="2024-04-10T01:36:13.244" v="871" actId="26606"/>
          <ac:spMkLst>
            <pc:docMk/>
            <pc:sldMk cId="3095081328" sldId="300"/>
            <ac:spMk id="19" creationId="{E16C8D8F-10E9-4498-ABDB-0F923F8B6837}"/>
          </ac:spMkLst>
        </pc:spChg>
        <pc:spChg chg="add">
          <ac:chgData name="Joaquin rodriguez tortora" userId="522e501330026e27" providerId="LiveId" clId="{836FC09E-CD57-4E16-808A-2FC3F178069F}" dt="2024-04-10T01:36:13.244" v="871" actId="26606"/>
          <ac:spMkLst>
            <pc:docMk/>
            <pc:sldMk cId="3095081328" sldId="300"/>
            <ac:spMk id="21" creationId="{1E5A83E3-8A11-4492-BB6E-F5F2240316FB}"/>
          </ac:spMkLst>
        </pc:spChg>
        <pc:spChg chg="add">
          <ac:chgData name="Joaquin rodriguez tortora" userId="522e501330026e27" providerId="LiveId" clId="{836FC09E-CD57-4E16-808A-2FC3F178069F}" dt="2024-04-10T01:36:13.244" v="871" actId="26606"/>
          <ac:spMkLst>
            <pc:docMk/>
            <pc:sldMk cId="3095081328" sldId="300"/>
            <ac:spMk id="23" creationId="{033BC44A-0661-43B4-9C14-FD5963C226AE}"/>
          </ac:spMkLst>
        </pc:spChg>
        <pc:spChg chg="add">
          <ac:chgData name="Joaquin rodriguez tortora" userId="522e501330026e27" providerId="LiveId" clId="{836FC09E-CD57-4E16-808A-2FC3F178069F}" dt="2024-04-10T01:36:13.244" v="871" actId="26606"/>
          <ac:spMkLst>
            <pc:docMk/>
            <pc:sldMk cId="3095081328" sldId="300"/>
            <ac:spMk id="25" creationId="{331C48F7-8F88-43DC-B1A6-2967CF5AFFE4}"/>
          </ac:spMkLst>
        </pc:spChg>
        <pc:grpChg chg="add">
          <ac:chgData name="Joaquin rodriguez tortora" userId="522e501330026e27" providerId="LiveId" clId="{836FC09E-CD57-4E16-808A-2FC3F178069F}" dt="2024-04-10T01:36:13.244" v="871" actId="26606"/>
          <ac:grpSpMkLst>
            <pc:docMk/>
            <pc:sldMk cId="3095081328" sldId="300"/>
            <ac:grpSpMk id="27" creationId="{FB9739EB-7F66-433D-841F-AB3CD18700B7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1T00:23:42.148" v="1331" actId="255"/>
        <pc:sldMkLst>
          <pc:docMk/>
          <pc:sldMk cId="2290912290" sldId="301"/>
        </pc:sldMkLst>
        <pc:spChg chg="mod">
          <ac:chgData name="Joaquin rodriguez tortora" userId="522e501330026e27" providerId="LiveId" clId="{836FC09E-CD57-4E16-808A-2FC3F178069F}" dt="2024-04-11T00:23:42.148" v="1331" actId="255"/>
          <ac:spMkLst>
            <pc:docMk/>
            <pc:sldMk cId="2290912290" sldId="301"/>
            <ac:spMk id="2" creationId="{286EF3F4-4CE8-66C5-3306-964BEFF3E7A2}"/>
          </ac:spMkLst>
        </pc:spChg>
        <pc:spChg chg="add">
          <ac:chgData name="Joaquin rodriguez tortora" userId="522e501330026e27" providerId="LiveId" clId="{836FC09E-CD57-4E16-808A-2FC3F178069F}" dt="2024-04-10T01:37:52.519" v="912" actId="26606"/>
          <ac:spMkLst>
            <pc:docMk/>
            <pc:sldMk cId="2290912290" sldId="301"/>
            <ac:spMk id="7" creationId="{489B7BFD-8F45-4093-AD9C-91B15B0503D9}"/>
          </ac:spMkLst>
        </pc:spChg>
        <pc:spChg chg="add">
          <ac:chgData name="Joaquin rodriguez tortora" userId="522e501330026e27" providerId="LiveId" clId="{836FC09E-CD57-4E16-808A-2FC3F178069F}" dt="2024-04-10T01:37:52.519" v="912" actId="26606"/>
          <ac:spMkLst>
            <pc:docMk/>
            <pc:sldMk cId="2290912290" sldId="301"/>
            <ac:spMk id="9" creationId="{AB8D7D1E-1407-4D5B-9C80-E70D99362152}"/>
          </ac:spMkLst>
        </pc:spChg>
        <pc:spChg chg="add">
          <ac:chgData name="Joaquin rodriguez tortora" userId="522e501330026e27" providerId="LiveId" clId="{836FC09E-CD57-4E16-808A-2FC3F178069F}" dt="2024-04-10T01:37:52.519" v="912" actId="26606"/>
          <ac:spMkLst>
            <pc:docMk/>
            <pc:sldMk cId="2290912290" sldId="301"/>
            <ac:spMk id="11" creationId="{B74FD1BE-E333-402D-A2AF-8E2D7570F883}"/>
          </ac:spMkLst>
        </pc:spChg>
        <pc:spChg chg="add">
          <ac:chgData name="Joaquin rodriguez tortora" userId="522e501330026e27" providerId="LiveId" clId="{836FC09E-CD57-4E16-808A-2FC3F178069F}" dt="2024-04-10T01:37:52.519" v="912" actId="26606"/>
          <ac:spMkLst>
            <pc:docMk/>
            <pc:sldMk cId="2290912290" sldId="301"/>
            <ac:spMk id="13" creationId="{FDDE3270-A872-4E10-80BC-B93D6F0E3F66}"/>
          </ac:spMkLst>
        </pc:spChg>
        <pc:spChg chg="add">
          <ac:chgData name="Joaquin rodriguez tortora" userId="522e501330026e27" providerId="LiveId" clId="{836FC09E-CD57-4E16-808A-2FC3F178069F}" dt="2024-04-10T01:37:52.519" v="912" actId="26606"/>
          <ac:spMkLst>
            <pc:docMk/>
            <pc:sldMk cId="2290912290" sldId="301"/>
            <ac:spMk id="15" creationId="{4FB204DF-284E-45F6-A017-79A4DF57BCCB}"/>
          </ac:spMkLst>
        </pc:spChg>
        <pc:spChg chg="add">
          <ac:chgData name="Joaquin rodriguez tortora" userId="522e501330026e27" providerId="LiveId" clId="{836FC09E-CD57-4E16-808A-2FC3F178069F}" dt="2024-04-10T01:37:52.519" v="912" actId="26606"/>
          <ac:spMkLst>
            <pc:docMk/>
            <pc:sldMk cId="2290912290" sldId="301"/>
            <ac:spMk id="17" creationId="{DEF7D4A3-132F-4989-B22B-259487946EE7}"/>
          </ac:spMkLst>
        </pc:spChg>
        <pc:spChg chg="add">
          <ac:chgData name="Joaquin rodriguez tortora" userId="522e501330026e27" providerId="LiveId" clId="{836FC09E-CD57-4E16-808A-2FC3F178069F}" dt="2024-04-10T01:37:52.519" v="912" actId="26606"/>
          <ac:spMkLst>
            <pc:docMk/>
            <pc:sldMk cId="2290912290" sldId="301"/>
            <ac:spMk id="19" creationId="{E16C8D8F-10E9-4498-ABDB-0F923F8B6837}"/>
          </ac:spMkLst>
        </pc:spChg>
        <pc:spChg chg="add">
          <ac:chgData name="Joaquin rodriguez tortora" userId="522e501330026e27" providerId="LiveId" clId="{836FC09E-CD57-4E16-808A-2FC3F178069F}" dt="2024-04-10T01:37:52.519" v="912" actId="26606"/>
          <ac:spMkLst>
            <pc:docMk/>
            <pc:sldMk cId="2290912290" sldId="301"/>
            <ac:spMk id="21" creationId="{1E5A83E3-8A11-4492-BB6E-F5F2240316FB}"/>
          </ac:spMkLst>
        </pc:spChg>
        <pc:spChg chg="add">
          <ac:chgData name="Joaquin rodriguez tortora" userId="522e501330026e27" providerId="LiveId" clId="{836FC09E-CD57-4E16-808A-2FC3F178069F}" dt="2024-04-10T01:37:52.519" v="912" actId="26606"/>
          <ac:spMkLst>
            <pc:docMk/>
            <pc:sldMk cId="2290912290" sldId="301"/>
            <ac:spMk id="23" creationId="{4D1A5E71-B6B6-486A-8CDC-C7ABD9B903F6}"/>
          </ac:spMkLst>
        </pc:spChg>
        <pc:spChg chg="add">
          <ac:chgData name="Joaquin rodriguez tortora" userId="522e501330026e27" providerId="LiveId" clId="{836FC09E-CD57-4E16-808A-2FC3F178069F}" dt="2024-04-10T01:37:52.519" v="912" actId="26606"/>
          <ac:spMkLst>
            <pc:docMk/>
            <pc:sldMk cId="2290912290" sldId="301"/>
            <ac:spMk id="25" creationId="{B94EEEB0-E565-42CB-8299-2454D31F0901}"/>
          </ac:spMkLst>
        </pc:spChg>
        <pc:grpChg chg="add">
          <ac:chgData name="Joaquin rodriguez tortora" userId="522e501330026e27" providerId="LiveId" clId="{836FC09E-CD57-4E16-808A-2FC3F178069F}" dt="2024-04-10T01:37:52.519" v="912" actId="26606"/>
          <ac:grpSpMkLst>
            <pc:docMk/>
            <pc:sldMk cId="2290912290" sldId="301"/>
            <ac:grpSpMk id="27" creationId="{FB9739EB-7F66-433D-841F-AB3CD18700B7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0T01:41:52.413" v="917" actId="26606"/>
        <pc:sldMkLst>
          <pc:docMk/>
          <pc:sldMk cId="3578857669" sldId="302"/>
        </pc:sldMkLst>
        <pc:spChg chg="add">
          <ac:chgData name="Joaquin rodriguez tortora" userId="522e501330026e27" providerId="LiveId" clId="{836FC09E-CD57-4E16-808A-2FC3F178069F}" dt="2024-04-10T01:41:52.413" v="917" actId="26606"/>
          <ac:spMkLst>
            <pc:docMk/>
            <pc:sldMk cId="3578857669" sldId="302"/>
            <ac:spMk id="6151" creationId="{42A4FC2C-047E-45A5-965D-8E1E3BF09BC6}"/>
          </ac:spMkLst>
        </pc:spChg>
        <pc:picChg chg="add mod">
          <ac:chgData name="Joaquin rodriguez tortora" userId="522e501330026e27" providerId="LiveId" clId="{836FC09E-CD57-4E16-808A-2FC3F178069F}" dt="2024-04-10T01:41:52.413" v="917" actId="26606"/>
          <ac:picMkLst>
            <pc:docMk/>
            <pc:sldMk cId="3578857669" sldId="302"/>
            <ac:picMk id="6146" creationId="{0AC4EFB9-AC70-22CC-86C8-33E0CFFB5430}"/>
          </ac:picMkLst>
        </pc:picChg>
      </pc:sldChg>
      <pc:sldChg chg="addSp delSp modSp new mod ord setBg">
        <pc:chgData name="Joaquin rodriguez tortora" userId="522e501330026e27" providerId="LiveId" clId="{836FC09E-CD57-4E16-808A-2FC3F178069F}" dt="2024-04-10T01:46:15.824" v="926" actId="26606"/>
        <pc:sldMkLst>
          <pc:docMk/>
          <pc:sldMk cId="3510393365" sldId="303"/>
        </pc:sldMkLst>
        <pc:spChg chg="add del">
          <ac:chgData name="Joaquin rodriguez tortora" userId="522e501330026e27" providerId="LiveId" clId="{836FC09E-CD57-4E16-808A-2FC3F178069F}" dt="2024-04-10T01:45:54.591" v="922" actId="478"/>
          <ac:spMkLst>
            <pc:docMk/>
            <pc:sldMk cId="3510393365" sldId="303"/>
            <ac:spMk id="2" creationId="{8882031F-43E9-291F-05F4-28C504A0C3FD}"/>
          </ac:spMkLst>
        </pc:spChg>
        <pc:spChg chg="add">
          <ac:chgData name="Joaquin rodriguez tortora" userId="522e501330026e27" providerId="LiveId" clId="{836FC09E-CD57-4E16-808A-2FC3F178069F}" dt="2024-04-10T01:46:15.824" v="926" actId="26606"/>
          <ac:spMkLst>
            <pc:docMk/>
            <pc:sldMk cId="3510393365" sldId="303"/>
            <ac:spMk id="9" creationId="{0B761509-3B9A-49A6-A84B-C3D86811697D}"/>
          </ac:spMkLst>
        </pc:spChg>
        <pc:spChg chg="add">
          <ac:chgData name="Joaquin rodriguez tortora" userId="522e501330026e27" providerId="LiveId" clId="{836FC09E-CD57-4E16-808A-2FC3F178069F}" dt="2024-04-10T01:46:15.824" v="926" actId="26606"/>
          <ac:spMkLst>
            <pc:docMk/>
            <pc:sldMk cId="3510393365" sldId="303"/>
            <ac:spMk id="11" creationId="{91DE43FD-EB47-414A-B0AB-169B0FFFA527}"/>
          </ac:spMkLst>
        </pc:spChg>
        <pc:grpChg chg="add">
          <ac:chgData name="Joaquin rodriguez tortora" userId="522e501330026e27" providerId="LiveId" clId="{836FC09E-CD57-4E16-808A-2FC3F178069F}" dt="2024-04-10T01:46:15.824" v="926" actId="26606"/>
          <ac:grpSpMkLst>
            <pc:docMk/>
            <pc:sldMk cId="3510393365" sldId="303"/>
            <ac:grpSpMk id="13" creationId="{58495BCC-CE77-4CC2-952E-846F41119FD5}"/>
          </ac:grpSpMkLst>
        </pc:grpChg>
        <pc:picChg chg="add mod modCrop">
          <ac:chgData name="Joaquin rodriguez tortora" userId="522e501330026e27" providerId="LiveId" clId="{836FC09E-CD57-4E16-808A-2FC3F178069F}" dt="2024-04-10T01:46:15.824" v="926" actId="26606"/>
          <ac:picMkLst>
            <pc:docMk/>
            <pc:sldMk cId="3510393365" sldId="303"/>
            <ac:picMk id="4" creationId="{D7D01A2B-6578-B07D-36B3-0E459592052E}"/>
          </ac:picMkLst>
        </pc:picChg>
      </pc:sldChg>
      <pc:sldChg chg="addSp modSp new mod setBg">
        <pc:chgData name="Joaquin rodriguez tortora" userId="522e501330026e27" providerId="LiveId" clId="{836FC09E-CD57-4E16-808A-2FC3F178069F}" dt="2024-04-11T00:23:59.930" v="1335" actId="113"/>
        <pc:sldMkLst>
          <pc:docMk/>
          <pc:sldMk cId="3065033489" sldId="304"/>
        </pc:sldMkLst>
        <pc:spChg chg="mod">
          <ac:chgData name="Joaquin rodriguez tortora" userId="522e501330026e27" providerId="LiveId" clId="{836FC09E-CD57-4E16-808A-2FC3F178069F}" dt="2024-04-11T00:23:59.930" v="1335" actId="113"/>
          <ac:spMkLst>
            <pc:docMk/>
            <pc:sldMk cId="3065033489" sldId="304"/>
            <ac:spMk id="2" creationId="{F22F50EF-76F8-888C-4461-7B5EABA3B833}"/>
          </ac:spMkLst>
        </pc:spChg>
        <pc:spChg chg="add">
          <ac:chgData name="Joaquin rodriguez tortora" userId="522e501330026e27" providerId="LiveId" clId="{836FC09E-CD57-4E16-808A-2FC3F178069F}" dt="2024-04-10T01:47:49.830" v="942" actId="26606"/>
          <ac:spMkLst>
            <pc:docMk/>
            <pc:sldMk cId="3065033489" sldId="304"/>
            <ac:spMk id="7" creationId="{489B7BFD-8F45-4093-AD9C-91B15B0503D9}"/>
          </ac:spMkLst>
        </pc:spChg>
        <pc:spChg chg="add">
          <ac:chgData name="Joaquin rodriguez tortora" userId="522e501330026e27" providerId="LiveId" clId="{836FC09E-CD57-4E16-808A-2FC3F178069F}" dt="2024-04-10T01:47:49.830" v="942" actId="26606"/>
          <ac:spMkLst>
            <pc:docMk/>
            <pc:sldMk cId="3065033489" sldId="304"/>
            <ac:spMk id="13" creationId="{498F8FF6-43B4-494A-AF8F-123A4983EDF7}"/>
          </ac:spMkLst>
        </pc:spChg>
        <pc:spChg chg="add">
          <ac:chgData name="Joaquin rodriguez tortora" userId="522e501330026e27" providerId="LiveId" clId="{836FC09E-CD57-4E16-808A-2FC3F178069F}" dt="2024-04-10T01:47:49.830" v="942" actId="26606"/>
          <ac:spMkLst>
            <pc:docMk/>
            <pc:sldMk cId="3065033489" sldId="304"/>
            <ac:spMk id="15" creationId="{2B06059C-C357-4011-82B9-9C0106301384}"/>
          </ac:spMkLst>
        </pc:spChg>
        <pc:spChg chg="add">
          <ac:chgData name="Joaquin rodriguez tortora" userId="522e501330026e27" providerId="LiveId" clId="{836FC09E-CD57-4E16-808A-2FC3F178069F}" dt="2024-04-10T01:47:49.830" v="942" actId="26606"/>
          <ac:spMkLst>
            <pc:docMk/>
            <pc:sldMk cId="3065033489" sldId="304"/>
            <ac:spMk id="17" creationId="{5AFEC601-A132-47EE-B0C2-B38ACD9FCE6F}"/>
          </ac:spMkLst>
        </pc:spChg>
        <pc:spChg chg="add">
          <ac:chgData name="Joaquin rodriguez tortora" userId="522e501330026e27" providerId="LiveId" clId="{836FC09E-CD57-4E16-808A-2FC3F178069F}" dt="2024-04-10T01:47:49.830" v="942" actId="26606"/>
          <ac:spMkLst>
            <pc:docMk/>
            <pc:sldMk cId="3065033489" sldId="304"/>
            <ac:spMk id="19" creationId="{279CAF82-0ECF-42BE-8F37-F71941E5D410}"/>
          </ac:spMkLst>
        </pc:spChg>
        <pc:spChg chg="add">
          <ac:chgData name="Joaquin rodriguez tortora" userId="522e501330026e27" providerId="LiveId" clId="{836FC09E-CD57-4E16-808A-2FC3F178069F}" dt="2024-04-10T01:47:49.830" v="942" actId="26606"/>
          <ac:spMkLst>
            <pc:docMk/>
            <pc:sldMk cId="3065033489" sldId="304"/>
            <ac:spMk id="21" creationId="{218E095B-4870-4AD5-9C41-C16D59523501}"/>
          </ac:spMkLst>
        </pc:spChg>
        <pc:spChg chg="add">
          <ac:chgData name="Joaquin rodriguez tortora" userId="522e501330026e27" providerId="LiveId" clId="{836FC09E-CD57-4E16-808A-2FC3F178069F}" dt="2024-04-10T01:47:49.830" v="942" actId="26606"/>
          <ac:spMkLst>
            <pc:docMk/>
            <pc:sldMk cId="3065033489" sldId="304"/>
            <ac:spMk id="30" creationId="{033BC44A-0661-43B4-9C14-FD5963C226AE}"/>
          </ac:spMkLst>
        </pc:spChg>
        <pc:spChg chg="add">
          <ac:chgData name="Joaquin rodriguez tortora" userId="522e501330026e27" providerId="LiveId" clId="{836FC09E-CD57-4E16-808A-2FC3F178069F}" dt="2024-04-10T01:47:49.830" v="942" actId="26606"/>
          <ac:spMkLst>
            <pc:docMk/>
            <pc:sldMk cId="3065033489" sldId="304"/>
            <ac:spMk id="32" creationId="{BE8CB2F0-2F5A-4EBD-B214-E0309C31F578}"/>
          </ac:spMkLst>
        </pc:spChg>
        <pc:spChg chg="add">
          <ac:chgData name="Joaquin rodriguez tortora" userId="522e501330026e27" providerId="LiveId" clId="{836FC09E-CD57-4E16-808A-2FC3F178069F}" dt="2024-04-10T01:47:49.830" v="942" actId="26606"/>
          <ac:spMkLst>
            <pc:docMk/>
            <pc:sldMk cId="3065033489" sldId="304"/>
            <ac:spMk id="34" creationId="{FFD3887D-244B-4EC4-9208-E304984C5D0F}"/>
          </ac:spMkLst>
        </pc:spChg>
        <pc:spChg chg="add">
          <ac:chgData name="Joaquin rodriguez tortora" userId="522e501330026e27" providerId="LiveId" clId="{836FC09E-CD57-4E16-808A-2FC3F178069F}" dt="2024-04-10T01:47:49.830" v="942" actId="26606"/>
          <ac:spMkLst>
            <pc:docMk/>
            <pc:sldMk cId="3065033489" sldId="304"/>
            <ac:spMk id="36" creationId="{97224C31-855E-4593-8A58-5B2B0CC4F537}"/>
          </ac:spMkLst>
        </pc:spChg>
        <pc:grpChg chg="add">
          <ac:chgData name="Joaquin rodriguez tortora" userId="522e501330026e27" providerId="LiveId" clId="{836FC09E-CD57-4E16-808A-2FC3F178069F}" dt="2024-04-10T01:47:49.830" v="942" actId="26606"/>
          <ac:grpSpMkLst>
            <pc:docMk/>
            <pc:sldMk cId="3065033489" sldId="304"/>
            <ac:grpSpMk id="9" creationId="{042BC7E5-76DB-4826-8C07-4A49B6353F76}"/>
          </ac:grpSpMkLst>
        </pc:grpChg>
        <pc:grpChg chg="add">
          <ac:chgData name="Joaquin rodriguez tortora" userId="522e501330026e27" providerId="LiveId" clId="{836FC09E-CD57-4E16-808A-2FC3F178069F}" dt="2024-04-10T01:47:49.830" v="942" actId="26606"/>
          <ac:grpSpMkLst>
            <pc:docMk/>
            <pc:sldMk cId="3065033489" sldId="304"/>
            <ac:grpSpMk id="23" creationId="{FB9739EB-7F66-433D-841F-AB3CD18700B7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1T00:24:06.719" v="1337" actId="113"/>
        <pc:sldMkLst>
          <pc:docMk/>
          <pc:sldMk cId="1527956071" sldId="305"/>
        </pc:sldMkLst>
        <pc:spChg chg="mod">
          <ac:chgData name="Joaquin rodriguez tortora" userId="522e501330026e27" providerId="LiveId" clId="{836FC09E-CD57-4E16-808A-2FC3F178069F}" dt="2024-04-11T00:24:06.719" v="1337" actId="113"/>
          <ac:spMkLst>
            <pc:docMk/>
            <pc:sldMk cId="1527956071" sldId="305"/>
            <ac:spMk id="2" creationId="{CAA949EE-E2B6-D26E-2BC3-CD55D43F25E7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7" creationId="{3A397E3E-B90C-4D82-BAAA-36F7AC6A4565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9" creationId="{E16C8D8F-10E9-4498-ABDB-0F923F8B6837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11" creationId="{1E5A83E3-8A11-4492-BB6E-F5F2240316FB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13" creationId="{8CF5E676-CA04-4CED-9F1E-5026ED66E66D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15" creationId="{6BA9E676-A8FC-4C2F-8D78-C13ED8ABDBA8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17" creationId="{A2B5CBEA-F125-49B6-8335-227C325B112B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19" creationId="{EECD79B5-5FC5-495F-BFD6-346C16E787A7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21" creationId="{2C1D3151-5F97-4860-B56C-C98BD62CC255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23" creationId="{32D9D048-3063-435A-8C23-26C1907E9619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25" creationId="{8DE96824-E506-4448-8704-5EC7BF7BC51B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27" creationId="{4D1A5E71-B6B6-486A-8CDC-C7ABD9B903F6}"/>
          </ac:spMkLst>
        </pc:spChg>
        <pc:spChg chg="add">
          <ac:chgData name="Joaquin rodriguez tortora" userId="522e501330026e27" providerId="LiveId" clId="{836FC09E-CD57-4E16-808A-2FC3F178069F}" dt="2024-04-10T01:48:31.208" v="984" actId="26606"/>
          <ac:spMkLst>
            <pc:docMk/>
            <pc:sldMk cId="1527956071" sldId="305"/>
            <ac:spMk id="29" creationId="{B6C541AE-9B02-44C0-B8C6-B2DEA7ED3813}"/>
          </ac:spMkLst>
        </pc:spChg>
      </pc:sldChg>
      <pc:sldChg chg="addSp modSp new mod setBg addAnim">
        <pc:chgData name="Joaquin rodriguez tortora" userId="522e501330026e27" providerId="LiveId" clId="{836FC09E-CD57-4E16-808A-2FC3F178069F}" dt="2024-04-11T00:24:13.634" v="1339" actId="113"/>
        <pc:sldMkLst>
          <pc:docMk/>
          <pc:sldMk cId="3606550692" sldId="306"/>
        </pc:sldMkLst>
        <pc:spChg chg="mod">
          <ac:chgData name="Joaquin rodriguez tortora" userId="522e501330026e27" providerId="LiveId" clId="{836FC09E-CD57-4E16-808A-2FC3F178069F}" dt="2024-04-11T00:24:13.634" v="1339" actId="113"/>
          <ac:spMkLst>
            <pc:docMk/>
            <pc:sldMk cId="3606550692" sldId="306"/>
            <ac:spMk id="2" creationId="{7DB0BCF8-FABA-3293-6E2E-A06D387B7E03}"/>
          </ac:spMkLst>
        </pc:spChg>
        <pc:spChg chg="add">
          <ac:chgData name="Joaquin rodriguez tortora" userId="522e501330026e27" providerId="LiveId" clId="{836FC09E-CD57-4E16-808A-2FC3F178069F}" dt="2024-04-10T01:50:26.949" v="1006" actId="26606"/>
          <ac:spMkLst>
            <pc:docMk/>
            <pc:sldMk cId="3606550692" sldId="306"/>
            <ac:spMk id="7" creationId="{3677BAFB-3BD3-41BB-9107-FAE224AE21C4}"/>
          </ac:spMkLst>
        </pc:spChg>
        <pc:spChg chg="add">
          <ac:chgData name="Joaquin rodriguez tortora" userId="522e501330026e27" providerId="LiveId" clId="{836FC09E-CD57-4E16-808A-2FC3F178069F}" dt="2024-04-10T01:50:26.949" v="1006" actId="26606"/>
          <ac:spMkLst>
            <pc:docMk/>
            <pc:sldMk cId="3606550692" sldId="306"/>
            <ac:spMk id="9" creationId="{E6823A9B-C188-42D4-847C-3AD928DB145C}"/>
          </ac:spMkLst>
        </pc:spChg>
        <pc:spChg chg="add">
          <ac:chgData name="Joaquin rodriguez tortora" userId="522e501330026e27" providerId="LiveId" clId="{836FC09E-CD57-4E16-808A-2FC3F178069F}" dt="2024-04-10T01:50:26.949" v="1006" actId="26606"/>
          <ac:spMkLst>
            <pc:docMk/>
            <pc:sldMk cId="3606550692" sldId="306"/>
            <ac:spMk id="11" creationId="{34B557F3-1A0C-4749-A6DB-EAC082DF390B}"/>
          </ac:spMkLst>
        </pc:spChg>
        <pc:spChg chg="add">
          <ac:chgData name="Joaquin rodriguez tortora" userId="522e501330026e27" providerId="LiveId" clId="{836FC09E-CD57-4E16-808A-2FC3F178069F}" dt="2024-04-10T01:50:26.949" v="1006" actId="26606"/>
          <ac:spMkLst>
            <pc:docMk/>
            <pc:sldMk cId="3606550692" sldId="306"/>
            <ac:spMk id="13" creationId="{55D55AA6-3751-494F-868A-DCEDC5CE82BF}"/>
          </ac:spMkLst>
        </pc:spChg>
        <pc:spChg chg="add">
          <ac:chgData name="Joaquin rodriguez tortora" userId="522e501330026e27" providerId="LiveId" clId="{836FC09E-CD57-4E16-808A-2FC3F178069F}" dt="2024-04-10T01:50:26.949" v="1006" actId="26606"/>
          <ac:spMkLst>
            <pc:docMk/>
            <pc:sldMk cId="3606550692" sldId="306"/>
            <ac:spMk id="15" creationId="{4D4C00DC-4DC6-4CD2-9E31-F17E6CEBC5A6}"/>
          </ac:spMkLst>
        </pc:spChg>
        <pc:spChg chg="add">
          <ac:chgData name="Joaquin rodriguez tortora" userId="522e501330026e27" providerId="LiveId" clId="{836FC09E-CD57-4E16-808A-2FC3F178069F}" dt="2024-04-10T01:50:26.949" v="1006" actId="26606"/>
          <ac:spMkLst>
            <pc:docMk/>
            <pc:sldMk cId="3606550692" sldId="306"/>
            <ac:spMk id="17" creationId="{D82AB1B2-7970-42CF-8BF5-567C69E9FFFB}"/>
          </ac:spMkLst>
        </pc:spChg>
        <pc:spChg chg="add">
          <ac:chgData name="Joaquin rodriguez tortora" userId="522e501330026e27" providerId="LiveId" clId="{836FC09E-CD57-4E16-808A-2FC3F178069F}" dt="2024-04-10T01:50:26.949" v="1006" actId="26606"/>
          <ac:spMkLst>
            <pc:docMk/>
            <pc:sldMk cId="3606550692" sldId="306"/>
            <ac:spMk id="23" creationId="{C10FB9CA-E7FA-462C-B537-F1224ED1ACF4}"/>
          </ac:spMkLst>
        </pc:spChg>
        <pc:spChg chg="add">
          <ac:chgData name="Joaquin rodriguez tortora" userId="522e501330026e27" providerId="LiveId" clId="{836FC09E-CD57-4E16-808A-2FC3F178069F}" dt="2024-04-10T01:50:26.949" v="1006" actId="26606"/>
          <ac:spMkLst>
            <pc:docMk/>
            <pc:sldMk cId="3606550692" sldId="306"/>
            <ac:spMk id="25" creationId="{D8469AE7-A75B-4F37-850B-EF5974ABED2C}"/>
          </ac:spMkLst>
        </pc:spChg>
        <pc:grpChg chg="add">
          <ac:chgData name="Joaquin rodriguez tortora" userId="522e501330026e27" providerId="LiveId" clId="{836FC09E-CD57-4E16-808A-2FC3F178069F}" dt="2024-04-10T01:50:26.949" v="1006" actId="26606"/>
          <ac:grpSpMkLst>
            <pc:docMk/>
            <pc:sldMk cId="3606550692" sldId="306"/>
            <ac:grpSpMk id="19" creationId="{66FB5A75-BDE2-4F12-A95B-C48788A7685C}"/>
          </ac:grpSpMkLst>
        </pc:grpChg>
        <pc:grpChg chg="add">
          <ac:chgData name="Joaquin rodriguez tortora" userId="522e501330026e27" providerId="LiveId" clId="{836FC09E-CD57-4E16-808A-2FC3F178069F}" dt="2024-04-10T01:50:26.949" v="1006" actId="26606"/>
          <ac:grpSpMkLst>
            <pc:docMk/>
            <pc:sldMk cId="3606550692" sldId="306"/>
            <ac:grpSpMk id="27" creationId="{63301095-70B2-49AA-8DA9-A35629AD621C}"/>
          </ac:grpSpMkLst>
        </pc:grpChg>
      </pc:sldChg>
      <pc:sldChg chg="addSp modSp new mod setBg">
        <pc:chgData name="Joaquin rodriguez tortora" userId="522e501330026e27" providerId="LiveId" clId="{836FC09E-CD57-4E16-808A-2FC3F178069F}" dt="2024-04-11T00:24:23.181" v="1341" actId="113"/>
        <pc:sldMkLst>
          <pc:docMk/>
          <pc:sldMk cId="4110333282" sldId="307"/>
        </pc:sldMkLst>
        <pc:spChg chg="mod">
          <ac:chgData name="Joaquin rodriguez tortora" userId="522e501330026e27" providerId="LiveId" clId="{836FC09E-CD57-4E16-808A-2FC3F178069F}" dt="2024-04-11T00:24:23.181" v="1341" actId="113"/>
          <ac:spMkLst>
            <pc:docMk/>
            <pc:sldMk cId="4110333282" sldId="307"/>
            <ac:spMk id="2" creationId="{DB34A31D-4C81-D4D7-504C-A17969D8F9EE}"/>
          </ac:spMkLst>
        </pc:spChg>
        <pc:spChg chg="add">
          <ac:chgData name="Joaquin rodriguez tortora" userId="522e501330026e27" providerId="LiveId" clId="{836FC09E-CD57-4E16-808A-2FC3F178069F}" dt="2024-04-10T01:50:52.370" v="1026" actId="26606"/>
          <ac:spMkLst>
            <pc:docMk/>
            <pc:sldMk cId="4110333282" sldId="307"/>
            <ac:spMk id="8" creationId="{5625EBD2-B0F5-41AE-B3A7-8EC46826420A}"/>
          </ac:spMkLst>
        </pc:spChg>
        <pc:picChg chg="add">
          <ac:chgData name="Joaquin rodriguez tortora" userId="522e501330026e27" providerId="LiveId" clId="{836FC09E-CD57-4E16-808A-2FC3F178069F}" dt="2024-04-10T01:50:52.370" v="1026" actId="26606"/>
          <ac:picMkLst>
            <pc:docMk/>
            <pc:sldMk cId="4110333282" sldId="307"/>
            <ac:picMk id="4" creationId="{50897AF1-F8C0-B145-0F2C-D4E0FA23E1CF}"/>
          </ac:picMkLst>
        </pc:picChg>
      </pc:sldChg>
      <pc:sldChg chg="addSp delSp modSp new mod setBg">
        <pc:chgData name="Joaquin rodriguez tortora" userId="522e501330026e27" providerId="LiveId" clId="{836FC09E-CD57-4E16-808A-2FC3F178069F}" dt="2024-04-11T00:44:04.735" v="1535" actId="20577"/>
        <pc:sldMkLst>
          <pc:docMk/>
          <pc:sldMk cId="655889411" sldId="308"/>
        </pc:sldMkLst>
        <pc:spChg chg="mod">
          <ac:chgData name="Joaquin rodriguez tortora" userId="522e501330026e27" providerId="LiveId" clId="{836FC09E-CD57-4E16-808A-2FC3F178069F}" dt="2024-04-11T00:27:08.042" v="1383" actId="26606"/>
          <ac:spMkLst>
            <pc:docMk/>
            <pc:sldMk cId="655889411" sldId="308"/>
            <ac:spMk id="2" creationId="{9185D9C7-329F-4A2A-AF43-5305252A6463}"/>
          </ac:spMkLst>
        </pc:spChg>
        <pc:spChg chg="add del mod">
          <ac:chgData name="Joaquin rodriguez tortora" userId="522e501330026e27" providerId="LiveId" clId="{836FC09E-CD57-4E16-808A-2FC3F178069F}" dt="2024-04-11T00:19:13.987" v="1279" actId="26606"/>
          <ac:spMkLst>
            <pc:docMk/>
            <pc:sldMk cId="655889411" sldId="308"/>
            <ac:spMk id="3" creationId="{447B11D8-9452-F027-C6DA-177338C6E7CD}"/>
          </ac:spMkLst>
        </pc:spChg>
        <pc:spChg chg="del mod">
          <ac:chgData name="Joaquin rodriguez tortora" userId="522e501330026e27" providerId="LiveId" clId="{836FC09E-CD57-4E16-808A-2FC3F178069F}" dt="2024-04-11T00:24:41.296" v="1343" actId="478"/>
          <ac:spMkLst>
            <pc:docMk/>
            <pc:sldMk cId="655889411" sldId="308"/>
            <ac:spMk id="4" creationId="{FB77D9EE-643A-A720-4B67-DBF9E837CBB2}"/>
          </ac:spMkLst>
        </pc:spChg>
        <pc:spChg chg="add">
          <ac:chgData name="Joaquin rodriguez tortora" userId="522e501330026e27" providerId="LiveId" clId="{836FC09E-CD57-4E16-808A-2FC3F178069F}" dt="2024-04-11T00:27:08.042" v="1383" actId="26606"/>
          <ac:spMkLst>
            <pc:docMk/>
            <pc:sldMk cId="655889411" sldId="308"/>
            <ac:spMk id="20" creationId="{5A0118C5-4F8D-4CF4-BADD-53FEACC6C42A}"/>
          </ac:spMkLst>
        </pc:spChg>
        <pc:spChg chg="add">
          <ac:chgData name="Joaquin rodriguez tortora" userId="522e501330026e27" providerId="LiveId" clId="{836FC09E-CD57-4E16-808A-2FC3F178069F}" dt="2024-04-11T00:27:08.042" v="1383" actId="26606"/>
          <ac:spMkLst>
            <pc:docMk/>
            <pc:sldMk cId="655889411" sldId="308"/>
            <ac:spMk id="22" creationId="{CAEBFCD5-5356-4326-8D39-8235A46CD7B2}"/>
          </ac:spMkLst>
        </pc:spChg>
        <pc:spChg chg="add del">
          <ac:chgData name="Joaquin rodriguez tortora" userId="522e501330026e27" providerId="LiveId" clId="{836FC09E-CD57-4E16-808A-2FC3F178069F}" dt="2024-04-11T00:26:21.616" v="1375" actId="26606"/>
          <ac:spMkLst>
            <pc:docMk/>
            <pc:sldMk cId="655889411" sldId="308"/>
            <ac:spMk id="23" creationId="{5A0118C5-4F8D-4CF4-BADD-53FEACC6C42A}"/>
          </ac:spMkLst>
        </pc:spChg>
        <pc:spChg chg="add del">
          <ac:chgData name="Joaquin rodriguez tortora" userId="522e501330026e27" providerId="LiveId" clId="{836FC09E-CD57-4E16-808A-2FC3F178069F}" dt="2024-04-11T00:26:21.616" v="1375" actId="26606"/>
          <ac:spMkLst>
            <pc:docMk/>
            <pc:sldMk cId="655889411" sldId="308"/>
            <ac:spMk id="29" creationId="{CAEBFCD5-5356-4326-8D39-8235A46CD7B2}"/>
          </ac:spMkLst>
        </pc:spChg>
        <pc:grpChg chg="add">
          <ac:chgData name="Joaquin rodriguez tortora" userId="522e501330026e27" providerId="LiveId" clId="{836FC09E-CD57-4E16-808A-2FC3F178069F}" dt="2024-04-11T00:27:08.042" v="1383" actId="26606"/>
          <ac:grpSpMkLst>
            <pc:docMk/>
            <pc:sldMk cId="655889411" sldId="308"/>
            <ac:grpSpMk id="21" creationId="{89C6B508-0B2C-4D80-99F6-BC8C9C69341A}"/>
          </ac:grpSpMkLst>
        </pc:grpChg>
        <pc:grpChg chg="add">
          <ac:chgData name="Joaquin rodriguez tortora" userId="522e501330026e27" providerId="LiveId" clId="{836FC09E-CD57-4E16-808A-2FC3F178069F}" dt="2024-04-11T00:27:08.042" v="1383" actId="26606"/>
          <ac:grpSpMkLst>
            <pc:docMk/>
            <pc:sldMk cId="655889411" sldId="308"/>
            <ac:grpSpMk id="24" creationId="{6B67BE95-96EF-433C-9F29-B0732AA6B6AC}"/>
          </ac:grpSpMkLst>
        </pc:grpChg>
        <pc:grpChg chg="add del">
          <ac:chgData name="Joaquin rodriguez tortora" userId="522e501330026e27" providerId="LiveId" clId="{836FC09E-CD57-4E16-808A-2FC3F178069F}" dt="2024-04-11T00:26:21.616" v="1375" actId="26606"/>
          <ac:grpSpMkLst>
            <pc:docMk/>
            <pc:sldMk cId="655889411" sldId="308"/>
            <ac:grpSpMk id="25" creationId="{89C6B508-0B2C-4D80-99F6-BC8C9C69341A}"/>
          </ac:grpSpMkLst>
        </pc:grpChg>
        <pc:grpChg chg="add">
          <ac:chgData name="Joaquin rodriguez tortora" userId="522e501330026e27" providerId="LiveId" clId="{836FC09E-CD57-4E16-808A-2FC3F178069F}" dt="2024-04-11T00:27:08.042" v="1383" actId="26606"/>
          <ac:grpSpMkLst>
            <pc:docMk/>
            <pc:sldMk cId="655889411" sldId="308"/>
            <ac:grpSpMk id="28" creationId="{D6E8B984-55B9-4A62-A043-997D00F0AE09}"/>
          </ac:grpSpMkLst>
        </pc:grpChg>
        <pc:grpChg chg="add">
          <ac:chgData name="Joaquin rodriguez tortora" userId="522e501330026e27" providerId="LiveId" clId="{836FC09E-CD57-4E16-808A-2FC3F178069F}" dt="2024-04-11T00:27:08.042" v="1383" actId="26606"/>
          <ac:grpSpMkLst>
            <pc:docMk/>
            <pc:sldMk cId="655889411" sldId="308"/>
            <ac:grpSpMk id="30" creationId="{DDFA5A3F-B050-4826-ACB4-F634DD12C7BC}"/>
          </ac:grpSpMkLst>
        </pc:grpChg>
        <pc:grpChg chg="add del">
          <ac:chgData name="Joaquin rodriguez tortora" userId="522e501330026e27" providerId="LiveId" clId="{836FC09E-CD57-4E16-808A-2FC3F178069F}" dt="2024-04-11T00:26:21.616" v="1375" actId="26606"/>
          <ac:grpSpMkLst>
            <pc:docMk/>
            <pc:sldMk cId="655889411" sldId="308"/>
            <ac:grpSpMk id="31" creationId="{6B67BE95-96EF-433C-9F29-B0732AA6B6AC}"/>
          </ac:grpSpMkLst>
        </pc:grpChg>
        <pc:grpChg chg="add del">
          <ac:chgData name="Joaquin rodriguez tortora" userId="522e501330026e27" providerId="LiveId" clId="{836FC09E-CD57-4E16-808A-2FC3F178069F}" dt="2024-04-11T00:26:21.616" v="1375" actId="26606"/>
          <ac:grpSpMkLst>
            <pc:docMk/>
            <pc:sldMk cId="655889411" sldId="308"/>
            <ac:grpSpMk id="35" creationId="{D6E8B984-55B9-4A62-A043-997D00F0AE09}"/>
          </ac:grpSpMkLst>
        </pc:grpChg>
        <pc:grpChg chg="add del">
          <ac:chgData name="Joaquin rodriguez tortora" userId="522e501330026e27" providerId="LiveId" clId="{836FC09E-CD57-4E16-808A-2FC3F178069F}" dt="2024-04-11T00:26:21.616" v="1375" actId="26606"/>
          <ac:grpSpMkLst>
            <pc:docMk/>
            <pc:sldMk cId="655889411" sldId="308"/>
            <ac:grpSpMk id="50" creationId="{DDFA5A3F-B050-4826-ACB4-F634DD12C7BC}"/>
          </ac:grpSpMkLst>
        </pc:grpChg>
        <pc:graphicFrameChg chg="add del">
          <ac:chgData name="Joaquin rodriguez tortora" userId="522e501330026e27" providerId="LiveId" clId="{836FC09E-CD57-4E16-808A-2FC3F178069F}" dt="2024-04-11T00:18:57.758" v="1268" actId="26606"/>
          <ac:graphicFrameMkLst>
            <pc:docMk/>
            <pc:sldMk cId="655889411" sldId="308"/>
            <ac:graphicFrameMk id="6" creationId="{641344B7-67D9-5F66-344B-A38C105F8330}"/>
          </ac:graphicFrameMkLst>
        </pc:graphicFrameChg>
        <pc:graphicFrameChg chg="add del">
          <ac:chgData name="Joaquin rodriguez tortora" userId="522e501330026e27" providerId="LiveId" clId="{836FC09E-CD57-4E16-808A-2FC3F178069F}" dt="2024-04-11T00:19:02.542" v="1270" actId="26606"/>
          <ac:graphicFrameMkLst>
            <pc:docMk/>
            <pc:sldMk cId="655889411" sldId="308"/>
            <ac:graphicFrameMk id="8" creationId="{DA59AC8A-E188-BEDB-3D2A-88040C786B73}"/>
          </ac:graphicFrameMkLst>
        </pc:graphicFrameChg>
        <pc:graphicFrameChg chg="add del">
          <ac:chgData name="Joaquin rodriguez tortora" userId="522e501330026e27" providerId="LiveId" clId="{836FC09E-CD57-4E16-808A-2FC3F178069F}" dt="2024-04-11T00:19:04.328" v="1272" actId="26606"/>
          <ac:graphicFrameMkLst>
            <pc:docMk/>
            <pc:sldMk cId="655889411" sldId="308"/>
            <ac:graphicFrameMk id="10" creationId="{784C6440-5967-918F-14AB-549CF3F19A4F}"/>
          </ac:graphicFrameMkLst>
        </pc:graphicFrameChg>
        <pc:graphicFrameChg chg="add del">
          <ac:chgData name="Joaquin rodriguez tortora" userId="522e501330026e27" providerId="LiveId" clId="{836FC09E-CD57-4E16-808A-2FC3F178069F}" dt="2024-04-11T00:19:06.945" v="1274" actId="26606"/>
          <ac:graphicFrameMkLst>
            <pc:docMk/>
            <pc:sldMk cId="655889411" sldId="308"/>
            <ac:graphicFrameMk id="12" creationId="{DA59AC8A-E188-BEDB-3D2A-88040C786B73}"/>
          </ac:graphicFrameMkLst>
        </pc:graphicFrameChg>
        <pc:graphicFrameChg chg="add del">
          <ac:chgData name="Joaquin rodriguez tortora" userId="522e501330026e27" providerId="LiveId" clId="{836FC09E-CD57-4E16-808A-2FC3F178069F}" dt="2024-04-11T00:19:13.428" v="1276" actId="26606"/>
          <ac:graphicFrameMkLst>
            <pc:docMk/>
            <pc:sldMk cId="655889411" sldId="308"/>
            <ac:graphicFrameMk id="14" creationId="{641344B7-67D9-5F66-344B-A38C105F8330}"/>
          </ac:graphicFrameMkLst>
        </pc:graphicFrameChg>
        <pc:graphicFrameChg chg="add del">
          <ac:chgData name="Joaquin rodriguez tortora" userId="522e501330026e27" providerId="LiveId" clId="{836FC09E-CD57-4E16-808A-2FC3F178069F}" dt="2024-04-11T00:19:13.961" v="1278" actId="26606"/>
          <ac:graphicFrameMkLst>
            <pc:docMk/>
            <pc:sldMk cId="655889411" sldId="308"/>
            <ac:graphicFrameMk id="16" creationId="{28D1C3D4-2F0B-8846-7CD9-EEE483CBDF3D}"/>
          </ac:graphicFrameMkLst>
        </pc:graphicFrameChg>
        <pc:graphicFrameChg chg="add del mod modGraphic">
          <ac:chgData name="Joaquin rodriguez tortora" userId="522e501330026e27" providerId="LiveId" clId="{836FC09E-CD57-4E16-808A-2FC3F178069F}" dt="2024-04-11T00:44:04.735" v="1535" actId="20577"/>
          <ac:graphicFrameMkLst>
            <pc:docMk/>
            <pc:sldMk cId="655889411" sldId="308"/>
            <ac:graphicFrameMk id="18" creationId="{641344B7-67D9-5F66-344B-A38C105F8330}"/>
          </ac:graphicFrameMkLst>
        </pc:graphicFrameChg>
      </pc:sldChg>
      <pc:sldChg chg="addSp modSp new mod setBg">
        <pc:chgData name="Joaquin rodriguez tortora" userId="522e501330026e27" providerId="LiveId" clId="{836FC09E-CD57-4E16-808A-2FC3F178069F}" dt="2024-04-11T00:42:52.840" v="1474" actId="26606"/>
        <pc:sldMkLst>
          <pc:docMk/>
          <pc:sldMk cId="777074739" sldId="309"/>
        </pc:sldMkLst>
        <pc:spChg chg="mo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2" creationId="{E3EB54FE-D70D-2AA1-8F0B-91D7C86981E9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7" creationId="{3A397E3E-B90C-4D82-BAAA-36F7AC6A4565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9" creationId="{E16C8D8F-10E9-4498-ABDB-0F923F8B6837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11" creationId="{1E5A83E3-8A11-4492-BB6E-F5F2240316FB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13" creationId="{8CF5E676-CA04-4CED-9F1E-5026ED66E66D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15" creationId="{6BA9E676-A8FC-4C2F-8D78-C13ED8ABDBA8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17" creationId="{A2B5CBEA-F125-49B6-8335-227C325B112B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19" creationId="{EECD79B5-5FC5-495F-BFD6-346C16E787A7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21" creationId="{2C1D3151-5F97-4860-B56C-C98BD62CC255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23" creationId="{32D9D048-3063-435A-8C23-26C1907E9619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25" creationId="{8DE96824-E506-4448-8704-5EC7BF7BC51B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27" creationId="{4D1A5E71-B6B6-486A-8CDC-C7ABD9B903F6}"/>
          </ac:spMkLst>
        </pc:spChg>
        <pc:spChg chg="add">
          <ac:chgData name="Joaquin rodriguez tortora" userId="522e501330026e27" providerId="LiveId" clId="{836FC09E-CD57-4E16-808A-2FC3F178069F}" dt="2024-04-11T00:42:52.840" v="1474" actId="26606"/>
          <ac:spMkLst>
            <pc:docMk/>
            <pc:sldMk cId="777074739" sldId="309"/>
            <ac:spMk id="29" creationId="{B6C541AE-9B02-44C0-B8C6-B2DEA7ED381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6B5F34-D2A5-4ED6-8D95-0034502B4A39}" type="doc">
      <dgm:prSet loTypeId="urn:microsoft.com/office/officeart/2008/layout/LinedList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A51D758-2D28-43E5-8527-D655850FC604}">
      <dgm:prSet/>
      <dgm:spPr/>
      <dgm:t>
        <a:bodyPr/>
        <a:lstStyle/>
        <a:p>
          <a:r>
            <a:rPr lang="es-AR" dirty="0">
              <a:solidFill>
                <a:schemeClr val="bg1"/>
              </a:solidFill>
            </a:rPr>
            <a:t>Introducción</a:t>
          </a:r>
          <a:endParaRPr lang="en-US" dirty="0">
            <a:solidFill>
              <a:schemeClr val="bg1"/>
            </a:solidFill>
          </a:endParaRPr>
        </a:p>
      </dgm:t>
    </dgm:pt>
    <dgm:pt modelId="{0394B037-93BD-417B-8AB2-57EBB0D37DC9}" type="parTrans" cxnId="{356AF362-DC0B-468B-9074-6AA139E38E1A}">
      <dgm:prSet/>
      <dgm:spPr/>
      <dgm:t>
        <a:bodyPr/>
        <a:lstStyle/>
        <a:p>
          <a:endParaRPr lang="en-US"/>
        </a:p>
      </dgm:t>
    </dgm:pt>
    <dgm:pt modelId="{D1C17EE5-01BB-4A3C-984B-36096F059817}" type="sibTrans" cxnId="{356AF362-DC0B-468B-9074-6AA139E38E1A}">
      <dgm:prSet/>
      <dgm:spPr/>
      <dgm:t>
        <a:bodyPr/>
        <a:lstStyle/>
        <a:p>
          <a:endParaRPr lang="en-US"/>
        </a:p>
      </dgm:t>
    </dgm:pt>
    <dgm:pt modelId="{8C711CA9-8C90-4961-BE9F-FC381B7DBFD1}">
      <dgm:prSet/>
      <dgm:spPr/>
      <dgm:t>
        <a:bodyPr/>
        <a:lstStyle/>
        <a:p>
          <a:r>
            <a:rPr lang="es-AR" dirty="0">
              <a:solidFill>
                <a:schemeClr val="bg1"/>
              </a:solidFill>
            </a:rPr>
            <a:t>Mitos definición</a:t>
          </a:r>
          <a:endParaRPr lang="en-US" dirty="0">
            <a:solidFill>
              <a:schemeClr val="bg1"/>
            </a:solidFill>
          </a:endParaRPr>
        </a:p>
      </dgm:t>
    </dgm:pt>
    <dgm:pt modelId="{6D2666B9-8E0D-42BD-A47C-1AD294AAA9BB}" type="parTrans" cxnId="{06004FF2-8C1E-4952-A28D-0B2481DAD855}">
      <dgm:prSet/>
      <dgm:spPr/>
      <dgm:t>
        <a:bodyPr/>
        <a:lstStyle/>
        <a:p>
          <a:endParaRPr lang="en-US"/>
        </a:p>
      </dgm:t>
    </dgm:pt>
    <dgm:pt modelId="{3AB5E178-9640-4120-B4E4-F30695EF6AAE}" type="sibTrans" cxnId="{06004FF2-8C1E-4952-A28D-0B2481DAD855}">
      <dgm:prSet/>
      <dgm:spPr/>
      <dgm:t>
        <a:bodyPr/>
        <a:lstStyle/>
        <a:p>
          <a:endParaRPr lang="en-US"/>
        </a:p>
      </dgm:t>
    </dgm:pt>
    <dgm:pt modelId="{C5509206-F516-46C1-B9C2-B7E20D5BA965}">
      <dgm:prSet/>
      <dgm:spPr/>
      <dgm:t>
        <a:bodyPr/>
        <a:lstStyle/>
        <a:p>
          <a:r>
            <a:rPr lang="es-AR" dirty="0">
              <a:solidFill>
                <a:schemeClr val="bg1"/>
              </a:solidFill>
            </a:rPr>
            <a:t>Como surgieron y como se transmiten</a:t>
          </a:r>
          <a:endParaRPr lang="en-US" dirty="0">
            <a:solidFill>
              <a:schemeClr val="bg1"/>
            </a:solidFill>
          </a:endParaRPr>
        </a:p>
      </dgm:t>
    </dgm:pt>
    <dgm:pt modelId="{F7452603-D65B-4305-9821-1E8BD0DFFE3A}" type="parTrans" cxnId="{F5DC77F8-0029-4F97-9E0C-6A384F22FDD1}">
      <dgm:prSet/>
      <dgm:spPr/>
      <dgm:t>
        <a:bodyPr/>
        <a:lstStyle/>
        <a:p>
          <a:endParaRPr lang="en-US"/>
        </a:p>
      </dgm:t>
    </dgm:pt>
    <dgm:pt modelId="{43E314DB-452C-4FFB-B319-1707F0424D50}" type="sibTrans" cxnId="{F5DC77F8-0029-4F97-9E0C-6A384F22FDD1}">
      <dgm:prSet/>
      <dgm:spPr/>
      <dgm:t>
        <a:bodyPr/>
        <a:lstStyle/>
        <a:p>
          <a:endParaRPr lang="en-US"/>
        </a:p>
      </dgm:t>
    </dgm:pt>
    <dgm:pt modelId="{6D6F89AB-BEB8-4098-8762-9121B2A62086}">
      <dgm:prSet/>
      <dgm:spPr/>
      <dgm:t>
        <a:bodyPr/>
        <a:lstStyle/>
        <a:p>
          <a:r>
            <a:rPr lang="es-AR" dirty="0">
              <a:solidFill>
                <a:schemeClr val="bg1"/>
              </a:solidFill>
            </a:rPr>
            <a:t>Importancia religiosa</a:t>
          </a:r>
          <a:endParaRPr lang="en-US" dirty="0">
            <a:solidFill>
              <a:schemeClr val="bg1"/>
            </a:solidFill>
          </a:endParaRPr>
        </a:p>
      </dgm:t>
    </dgm:pt>
    <dgm:pt modelId="{8F192C06-2491-448E-9208-C06E8522F2C0}" type="parTrans" cxnId="{E462B2F7-2ADC-4C42-9B08-BA8288C9E48E}">
      <dgm:prSet/>
      <dgm:spPr/>
      <dgm:t>
        <a:bodyPr/>
        <a:lstStyle/>
        <a:p>
          <a:endParaRPr lang="en-US"/>
        </a:p>
      </dgm:t>
    </dgm:pt>
    <dgm:pt modelId="{FCF2616D-86F5-43DF-8AC0-7BF456A8C60A}" type="sibTrans" cxnId="{E462B2F7-2ADC-4C42-9B08-BA8288C9E48E}">
      <dgm:prSet/>
      <dgm:spPr/>
      <dgm:t>
        <a:bodyPr/>
        <a:lstStyle/>
        <a:p>
          <a:endParaRPr lang="en-US"/>
        </a:p>
      </dgm:t>
    </dgm:pt>
    <dgm:pt modelId="{ABC02633-7FB8-4416-9520-843743C01206}">
      <dgm:prSet/>
      <dgm:spPr/>
      <dgm:t>
        <a:bodyPr/>
        <a:lstStyle/>
        <a:p>
          <a:r>
            <a:rPr lang="es-AR" dirty="0">
              <a:solidFill>
                <a:schemeClr val="bg1"/>
              </a:solidFill>
            </a:rPr>
            <a:t>Protagonistas</a:t>
          </a:r>
          <a:endParaRPr lang="en-US" dirty="0">
            <a:solidFill>
              <a:schemeClr val="bg1"/>
            </a:solidFill>
          </a:endParaRPr>
        </a:p>
      </dgm:t>
    </dgm:pt>
    <dgm:pt modelId="{12FA7E21-18CF-43BD-9873-FE14FAAE1E30}" type="parTrans" cxnId="{10DA2175-8821-4A47-BA95-64E3DECC48B8}">
      <dgm:prSet/>
      <dgm:spPr/>
      <dgm:t>
        <a:bodyPr/>
        <a:lstStyle/>
        <a:p>
          <a:endParaRPr lang="en-US"/>
        </a:p>
      </dgm:t>
    </dgm:pt>
    <dgm:pt modelId="{6B312486-FA66-46E1-9C8D-63DF957BF2C9}" type="sibTrans" cxnId="{10DA2175-8821-4A47-BA95-64E3DECC48B8}">
      <dgm:prSet/>
      <dgm:spPr/>
      <dgm:t>
        <a:bodyPr/>
        <a:lstStyle/>
        <a:p>
          <a:endParaRPr lang="en-US"/>
        </a:p>
      </dgm:t>
    </dgm:pt>
    <dgm:pt modelId="{D82408C8-4AA1-41C1-B59D-A8CD13C4DD24}">
      <dgm:prSet/>
      <dgm:spPr/>
      <dgm:t>
        <a:bodyPr/>
        <a:lstStyle/>
        <a:p>
          <a:r>
            <a:rPr lang="es-AR" dirty="0">
              <a:solidFill>
                <a:schemeClr val="bg1"/>
              </a:solidFill>
            </a:rPr>
            <a:t>Función</a:t>
          </a:r>
          <a:endParaRPr lang="en-US" dirty="0">
            <a:solidFill>
              <a:schemeClr val="bg1"/>
            </a:solidFill>
          </a:endParaRPr>
        </a:p>
      </dgm:t>
    </dgm:pt>
    <dgm:pt modelId="{B87C6A48-B3B1-4FFE-982C-B27279D6042F}" type="parTrans" cxnId="{C7882E42-6384-4470-B5E4-899D0BBB14A4}">
      <dgm:prSet/>
      <dgm:spPr/>
      <dgm:t>
        <a:bodyPr/>
        <a:lstStyle/>
        <a:p>
          <a:endParaRPr lang="en-US"/>
        </a:p>
      </dgm:t>
    </dgm:pt>
    <dgm:pt modelId="{BEA0D12F-B027-4474-9AA7-6113DE5946FC}" type="sibTrans" cxnId="{C7882E42-6384-4470-B5E4-899D0BBB14A4}">
      <dgm:prSet/>
      <dgm:spPr/>
      <dgm:t>
        <a:bodyPr/>
        <a:lstStyle/>
        <a:p>
          <a:endParaRPr lang="en-US"/>
        </a:p>
      </dgm:t>
    </dgm:pt>
    <dgm:pt modelId="{A1BE4CE0-3135-47B6-BB01-F1238E6C976E}">
      <dgm:prSet/>
      <dgm:spPr/>
      <dgm:t>
        <a:bodyPr/>
        <a:lstStyle/>
        <a:p>
          <a:r>
            <a:rPr lang="es-AR" dirty="0">
              <a:solidFill>
                <a:schemeClr val="bg1"/>
              </a:solidFill>
            </a:rPr>
            <a:t>Diferencia</a:t>
          </a:r>
          <a:r>
            <a:rPr lang="es-AR" baseline="0" dirty="0">
              <a:solidFill>
                <a:schemeClr val="bg1"/>
              </a:solidFill>
            </a:rPr>
            <a:t> entre mitos y leyendas</a:t>
          </a:r>
          <a:endParaRPr lang="es-AR" dirty="0">
            <a:solidFill>
              <a:schemeClr val="bg1"/>
            </a:solidFill>
          </a:endParaRPr>
        </a:p>
      </dgm:t>
    </dgm:pt>
    <dgm:pt modelId="{4B9C1393-3A00-4F80-9DE6-1690560DC946}" type="parTrans" cxnId="{6EEA9562-12C2-444F-8FF8-2E29E9D86111}">
      <dgm:prSet/>
      <dgm:spPr/>
      <dgm:t>
        <a:bodyPr/>
        <a:lstStyle/>
        <a:p>
          <a:endParaRPr lang="en-US"/>
        </a:p>
      </dgm:t>
    </dgm:pt>
    <dgm:pt modelId="{B881E97F-B4B9-45F3-B546-2C84E1C1F049}" type="sibTrans" cxnId="{6EEA9562-12C2-444F-8FF8-2E29E9D86111}">
      <dgm:prSet/>
      <dgm:spPr/>
      <dgm:t>
        <a:bodyPr/>
        <a:lstStyle/>
        <a:p>
          <a:endParaRPr lang="en-US"/>
        </a:p>
      </dgm:t>
    </dgm:pt>
    <dgm:pt modelId="{0A31924A-D84A-445D-9170-B36724CA789B}">
      <dgm:prSet/>
      <dgm:spPr/>
      <dgm:t>
        <a:bodyPr/>
        <a:lstStyle/>
        <a:p>
          <a:r>
            <a:rPr lang="en-US" dirty="0" err="1">
              <a:solidFill>
                <a:schemeClr val="bg1"/>
              </a:solidFill>
            </a:rPr>
            <a:t>Aquiles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en</a:t>
          </a:r>
          <a:r>
            <a:rPr lang="en-US" dirty="0">
              <a:solidFill>
                <a:schemeClr val="bg1"/>
              </a:solidFill>
            </a:rPr>
            <a:t> general</a:t>
          </a:r>
        </a:p>
      </dgm:t>
    </dgm:pt>
    <dgm:pt modelId="{09E5D282-B929-421B-9FBD-02F56349D481}" type="parTrans" cxnId="{D55D7B43-C155-43AC-ACF9-DEA289BF22B1}">
      <dgm:prSet/>
      <dgm:spPr/>
      <dgm:t>
        <a:bodyPr/>
        <a:lstStyle/>
        <a:p>
          <a:endParaRPr lang="es-AR"/>
        </a:p>
      </dgm:t>
    </dgm:pt>
    <dgm:pt modelId="{50C004AF-5A11-4E07-BE26-FF25590C29A9}" type="sibTrans" cxnId="{D55D7B43-C155-43AC-ACF9-DEA289BF22B1}">
      <dgm:prSet/>
      <dgm:spPr/>
      <dgm:t>
        <a:bodyPr/>
        <a:lstStyle/>
        <a:p>
          <a:endParaRPr lang="es-AR"/>
        </a:p>
      </dgm:t>
    </dgm:pt>
    <dgm:pt modelId="{9398FE66-BE77-4F89-972F-2482C6AD6698}">
      <dgm:prSet/>
      <dgm:spPr/>
      <dgm:t>
        <a:bodyPr/>
        <a:lstStyle/>
        <a:p>
          <a:r>
            <a:rPr lang="es-AR" dirty="0" err="1">
              <a:solidFill>
                <a:schemeClr val="bg1"/>
              </a:solidFill>
            </a:rPr>
            <a:t>Mitologia</a:t>
          </a:r>
          <a:endParaRPr lang="es-AR" dirty="0">
            <a:solidFill>
              <a:schemeClr val="bg1"/>
            </a:solidFill>
          </a:endParaRPr>
        </a:p>
      </dgm:t>
    </dgm:pt>
    <dgm:pt modelId="{8A862051-4E02-4A78-82CE-0BDBEACA0C84}" type="parTrans" cxnId="{34BEDAE6-C2D3-476E-BC1D-984401224CF2}">
      <dgm:prSet/>
      <dgm:spPr/>
    </dgm:pt>
    <dgm:pt modelId="{51AC5C9C-3576-4178-BAD3-A621F2DC387D}" type="sibTrans" cxnId="{34BEDAE6-C2D3-476E-BC1D-984401224CF2}">
      <dgm:prSet/>
      <dgm:spPr/>
    </dgm:pt>
    <dgm:pt modelId="{ED1E75EB-6394-4E9E-BBEE-203934A9ACA2}" type="pres">
      <dgm:prSet presAssocID="{6A6B5F34-D2A5-4ED6-8D95-0034502B4A39}" presName="vert0" presStyleCnt="0">
        <dgm:presLayoutVars>
          <dgm:dir/>
          <dgm:animOne val="branch"/>
          <dgm:animLvl val="lvl"/>
        </dgm:presLayoutVars>
      </dgm:prSet>
      <dgm:spPr/>
    </dgm:pt>
    <dgm:pt modelId="{7E255754-7A65-4686-9E90-7E809521B651}" type="pres">
      <dgm:prSet presAssocID="{0A51D758-2D28-43E5-8527-D655850FC604}" presName="thickLine" presStyleLbl="alignNode1" presStyleIdx="0" presStyleCnt="9"/>
      <dgm:spPr/>
    </dgm:pt>
    <dgm:pt modelId="{533C1EE6-32DC-4841-85D6-B3C853CE6AF8}" type="pres">
      <dgm:prSet presAssocID="{0A51D758-2D28-43E5-8527-D655850FC604}" presName="horz1" presStyleCnt="0"/>
      <dgm:spPr/>
    </dgm:pt>
    <dgm:pt modelId="{3C73D8F7-5A55-44BD-B6B2-A12E9910C203}" type="pres">
      <dgm:prSet presAssocID="{0A51D758-2D28-43E5-8527-D655850FC604}" presName="tx1" presStyleLbl="revTx" presStyleIdx="0" presStyleCnt="9"/>
      <dgm:spPr/>
    </dgm:pt>
    <dgm:pt modelId="{FC65FA2C-11DC-422C-957B-9D389ACD440B}" type="pres">
      <dgm:prSet presAssocID="{0A51D758-2D28-43E5-8527-D655850FC604}" presName="vert1" presStyleCnt="0"/>
      <dgm:spPr/>
    </dgm:pt>
    <dgm:pt modelId="{35B2D02C-1F22-4489-BE95-6C35E3DB1EAE}" type="pres">
      <dgm:prSet presAssocID="{8C711CA9-8C90-4961-BE9F-FC381B7DBFD1}" presName="thickLine" presStyleLbl="alignNode1" presStyleIdx="1" presStyleCnt="9"/>
      <dgm:spPr/>
    </dgm:pt>
    <dgm:pt modelId="{34524BC0-AD6A-4475-8905-6EA0824B1576}" type="pres">
      <dgm:prSet presAssocID="{8C711CA9-8C90-4961-BE9F-FC381B7DBFD1}" presName="horz1" presStyleCnt="0"/>
      <dgm:spPr/>
    </dgm:pt>
    <dgm:pt modelId="{0E5D868B-6A8B-43A8-BA5A-6E54B2EBB430}" type="pres">
      <dgm:prSet presAssocID="{8C711CA9-8C90-4961-BE9F-FC381B7DBFD1}" presName="tx1" presStyleLbl="revTx" presStyleIdx="1" presStyleCnt="9"/>
      <dgm:spPr/>
    </dgm:pt>
    <dgm:pt modelId="{4B33B796-8357-4EB0-A0D6-284BBACCE6EF}" type="pres">
      <dgm:prSet presAssocID="{8C711CA9-8C90-4961-BE9F-FC381B7DBFD1}" presName="vert1" presStyleCnt="0"/>
      <dgm:spPr/>
    </dgm:pt>
    <dgm:pt modelId="{A1720C25-2407-4165-A437-1F69A0FD9F9A}" type="pres">
      <dgm:prSet presAssocID="{C5509206-F516-46C1-B9C2-B7E20D5BA965}" presName="thickLine" presStyleLbl="alignNode1" presStyleIdx="2" presStyleCnt="9"/>
      <dgm:spPr/>
    </dgm:pt>
    <dgm:pt modelId="{0AAC3C44-DF8B-49F2-866B-410DBC06B9BA}" type="pres">
      <dgm:prSet presAssocID="{C5509206-F516-46C1-B9C2-B7E20D5BA965}" presName="horz1" presStyleCnt="0"/>
      <dgm:spPr/>
    </dgm:pt>
    <dgm:pt modelId="{B07E7547-F871-435F-B2CB-EC1F77F9B4A3}" type="pres">
      <dgm:prSet presAssocID="{C5509206-F516-46C1-B9C2-B7E20D5BA965}" presName="tx1" presStyleLbl="revTx" presStyleIdx="2" presStyleCnt="9"/>
      <dgm:spPr/>
    </dgm:pt>
    <dgm:pt modelId="{6A7068F6-9C27-42FC-95AA-D18190ABAC88}" type="pres">
      <dgm:prSet presAssocID="{C5509206-F516-46C1-B9C2-B7E20D5BA965}" presName="vert1" presStyleCnt="0"/>
      <dgm:spPr/>
    </dgm:pt>
    <dgm:pt modelId="{CC852ECC-E439-495F-9CC1-EC0BB17256F5}" type="pres">
      <dgm:prSet presAssocID="{6D6F89AB-BEB8-4098-8762-9121B2A62086}" presName="thickLine" presStyleLbl="alignNode1" presStyleIdx="3" presStyleCnt="9"/>
      <dgm:spPr/>
    </dgm:pt>
    <dgm:pt modelId="{91B5DE0E-2099-4951-AFED-08F99710BFF7}" type="pres">
      <dgm:prSet presAssocID="{6D6F89AB-BEB8-4098-8762-9121B2A62086}" presName="horz1" presStyleCnt="0"/>
      <dgm:spPr/>
    </dgm:pt>
    <dgm:pt modelId="{05983A70-BB23-4410-9727-21CEEFEBE888}" type="pres">
      <dgm:prSet presAssocID="{6D6F89AB-BEB8-4098-8762-9121B2A62086}" presName="tx1" presStyleLbl="revTx" presStyleIdx="3" presStyleCnt="9"/>
      <dgm:spPr/>
    </dgm:pt>
    <dgm:pt modelId="{FD0AE728-41FE-4498-B7A2-E3442D426E56}" type="pres">
      <dgm:prSet presAssocID="{6D6F89AB-BEB8-4098-8762-9121B2A62086}" presName="vert1" presStyleCnt="0"/>
      <dgm:spPr/>
    </dgm:pt>
    <dgm:pt modelId="{634CE07A-24FA-4C81-9B29-1325E50FB182}" type="pres">
      <dgm:prSet presAssocID="{ABC02633-7FB8-4416-9520-843743C01206}" presName="thickLine" presStyleLbl="alignNode1" presStyleIdx="4" presStyleCnt="9"/>
      <dgm:spPr/>
    </dgm:pt>
    <dgm:pt modelId="{0802DCD8-1A46-49E7-BFDD-543AF7C0AD3B}" type="pres">
      <dgm:prSet presAssocID="{ABC02633-7FB8-4416-9520-843743C01206}" presName="horz1" presStyleCnt="0"/>
      <dgm:spPr/>
    </dgm:pt>
    <dgm:pt modelId="{8F7DD25E-380E-4C47-A889-A82AFF72B1BC}" type="pres">
      <dgm:prSet presAssocID="{ABC02633-7FB8-4416-9520-843743C01206}" presName="tx1" presStyleLbl="revTx" presStyleIdx="4" presStyleCnt="9"/>
      <dgm:spPr/>
    </dgm:pt>
    <dgm:pt modelId="{BE11941A-23C1-4593-B6BF-4246028D901A}" type="pres">
      <dgm:prSet presAssocID="{ABC02633-7FB8-4416-9520-843743C01206}" presName="vert1" presStyleCnt="0"/>
      <dgm:spPr/>
    </dgm:pt>
    <dgm:pt modelId="{D75D637E-CC80-4DD2-990E-63AE24FF8354}" type="pres">
      <dgm:prSet presAssocID="{D82408C8-4AA1-41C1-B59D-A8CD13C4DD24}" presName="thickLine" presStyleLbl="alignNode1" presStyleIdx="5" presStyleCnt="9"/>
      <dgm:spPr/>
    </dgm:pt>
    <dgm:pt modelId="{593A0C0D-9AC0-4E78-8768-E915C83FF658}" type="pres">
      <dgm:prSet presAssocID="{D82408C8-4AA1-41C1-B59D-A8CD13C4DD24}" presName="horz1" presStyleCnt="0"/>
      <dgm:spPr/>
    </dgm:pt>
    <dgm:pt modelId="{D782A7C6-34E2-40C7-A30B-4053656244A1}" type="pres">
      <dgm:prSet presAssocID="{D82408C8-4AA1-41C1-B59D-A8CD13C4DD24}" presName="tx1" presStyleLbl="revTx" presStyleIdx="5" presStyleCnt="9"/>
      <dgm:spPr/>
    </dgm:pt>
    <dgm:pt modelId="{92CD8617-3DBC-4F3A-9D51-AE8EADF792B5}" type="pres">
      <dgm:prSet presAssocID="{D82408C8-4AA1-41C1-B59D-A8CD13C4DD24}" presName="vert1" presStyleCnt="0"/>
      <dgm:spPr/>
    </dgm:pt>
    <dgm:pt modelId="{BD0740F9-BE5F-4859-A752-27E2036E886A}" type="pres">
      <dgm:prSet presAssocID="{A1BE4CE0-3135-47B6-BB01-F1238E6C976E}" presName="thickLine" presStyleLbl="alignNode1" presStyleIdx="6" presStyleCnt="9"/>
      <dgm:spPr/>
    </dgm:pt>
    <dgm:pt modelId="{365B7BF5-947C-4952-AAB2-7412BBDD32E5}" type="pres">
      <dgm:prSet presAssocID="{A1BE4CE0-3135-47B6-BB01-F1238E6C976E}" presName="horz1" presStyleCnt="0"/>
      <dgm:spPr/>
    </dgm:pt>
    <dgm:pt modelId="{5364887A-B03C-46EE-A306-3BFEEA99B77B}" type="pres">
      <dgm:prSet presAssocID="{A1BE4CE0-3135-47B6-BB01-F1238E6C976E}" presName="tx1" presStyleLbl="revTx" presStyleIdx="6" presStyleCnt="9" custScaleY="94867"/>
      <dgm:spPr/>
    </dgm:pt>
    <dgm:pt modelId="{E5D73049-9078-4D59-B2D8-E11E800199BC}" type="pres">
      <dgm:prSet presAssocID="{A1BE4CE0-3135-47B6-BB01-F1238E6C976E}" presName="vert1" presStyleCnt="0"/>
      <dgm:spPr/>
    </dgm:pt>
    <dgm:pt modelId="{396F933B-66C8-41C1-81C3-CE221A57B241}" type="pres">
      <dgm:prSet presAssocID="{9398FE66-BE77-4F89-972F-2482C6AD6698}" presName="thickLine" presStyleLbl="alignNode1" presStyleIdx="7" presStyleCnt="9"/>
      <dgm:spPr/>
    </dgm:pt>
    <dgm:pt modelId="{D92E0FD6-EEFF-4DEC-B666-42820C514698}" type="pres">
      <dgm:prSet presAssocID="{9398FE66-BE77-4F89-972F-2482C6AD6698}" presName="horz1" presStyleCnt="0"/>
      <dgm:spPr/>
    </dgm:pt>
    <dgm:pt modelId="{790DE55E-EC0A-427B-8367-3D3FC6D31F57}" type="pres">
      <dgm:prSet presAssocID="{9398FE66-BE77-4F89-972F-2482C6AD6698}" presName="tx1" presStyleLbl="revTx" presStyleIdx="7" presStyleCnt="9"/>
      <dgm:spPr/>
    </dgm:pt>
    <dgm:pt modelId="{A8593776-3E78-4F54-ABB8-657A345EFB6A}" type="pres">
      <dgm:prSet presAssocID="{9398FE66-BE77-4F89-972F-2482C6AD6698}" presName="vert1" presStyleCnt="0"/>
      <dgm:spPr/>
    </dgm:pt>
    <dgm:pt modelId="{B35AFC20-921A-4BCB-AA1E-C1A8B846A540}" type="pres">
      <dgm:prSet presAssocID="{0A31924A-D84A-445D-9170-B36724CA789B}" presName="thickLine" presStyleLbl="alignNode1" presStyleIdx="8" presStyleCnt="9"/>
      <dgm:spPr/>
    </dgm:pt>
    <dgm:pt modelId="{BEF66A23-A51D-4AA0-9FA0-CED156734734}" type="pres">
      <dgm:prSet presAssocID="{0A31924A-D84A-445D-9170-B36724CA789B}" presName="horz1" presStyleCnt="0"/>
      <dgm:spPr/>
    </dgm:pt>
    <dgm:pt modelId="{4F338215-475E-40D2-8CB4-FCAF822B177C}" type="pres">
      <dgm:prSet presAssocID="{0A31924A-D84A-445D-9170-B36724CA789B}" presName="tx1" presStyleLbl="revTx" presStyleIdx="8" presStyleCnt="9"/>
      <dgm:spPr/>
    </dgm:pt>
    <dgm:pt modelId="{31419B20-ED36-41C5-9FCF-893485FE5F78}" type="pres">
      <dgm:prSet presAssocID="{0A31924A-D84A-445D-9170-B36724CA789B}" presName="vert1" presStyleCnt="0"/>
      <dgm:spPr/>
    </dgm:pt>
  </dgm:ptLst>
  <dgm:cxnLst>
    <dgm:cxn modelId="{09D06F01-0B85-4A59-9D7A-0583D8C65FB5}" type="presOf" srcId="{C5509206-F516-46C1-B9C2-B7E20D5BA965}" destId="{B07E7547-F871-435F-B2CB-EC1F77F9B4A3}" srcOrd="0" destOrd="0" presId="urn:microsoft.com/office/officeart/2008/layout/LinedList"/>
    <dgm:cxn modelId="{F51B9827-A429-4069-9FA1-75A2B1450995}" type="presOf" srcId="{9398FE66-BE77-4F89-972F-2482C6AD6698}" destId="{790DE55E-EC0A-427B-8367-3D3FC6D31F57}" srcOrd="0" destOrd="0" presId="urn:microsoft.com/office/officeart/2008/layout/LinedList"/>
    <dgm:cxn modelId="{D948D63E-51E2-4950-AB5A-0DF6299A353D}" type="presOf" srcId="{D82408C8-4AA1-41C1-B59D-A8CD13C4DD24}" destId="{D782A7C6-34E2-40C7-A30B-4053656244A1}" srcOrd="0" destOrd="0" presId="urn:microsoft.com/office/officeart/2008/layout/LinedList"/>
    <dgm:cxn modelId="{C7882E42-6384-4470-B5E4-899D0BBB14A4}" srcId="{6A6B5F34-D2A5-4ED6-8D95-0034502B4A39}" destId="{D82408C8-4AA1-41C1-B59D-A8CD13C4DD24}" srcOrd="5" destOrd="0" parTransId="{B87C6A48-B3B1-4FFE-982C-B27279D6042F}" sibTransId="{BEA0D12F-B027-4474-9AA7-6113DE5946FC}"/>
    <dgm:cxn modelId="{6EEA9562-12C2-444F-8FF8-2E29E9D86111}" srcId="{6A6B5F34-D2A5-4ED6-8D95-0034502B4A39}" destId="{A1BE4CE0-3135-47B6-BB01-F1238E6C976E}" srcOrd="6" destOrd="0" parTransId="{4B9C1393-3A00-4F80-9DE6-1690560DC946}" sibTransId="{B881E97F-B4B9-45F3-B546-2C84E1C1F049}"/>
    <dgm:cxn modelId="{382FCE42-5B60-461A-A987-067CFBD23B50}" type="presOf" srcId="{6D6F89AB-BEB8-4098-8762-9121B2A62086}" destId="{05983A70-BB23-4410-9727-21CEEFEBE888}" srcOrd="0" destOrd="0" presId="urn:microsoft.com/office/officeart/2008/layout/LinedList"/>
    <dgm:cxn modelId="{356AF362-DC0B-468B-9074-6AA139E38E1A}" srcId="{6A6B5F34-D2A5-4ED6-8D95-0034502B4A39}" destId="{0A51D758-2D28-43E5-8527-D655850FC604}" srcOrd="0" destOrd="0" parTransId="{0394B037-93BD-417B-8AB2-57EBB0D37DC9}" sibTransId="{D1C17EE5-01BB-4A3C-984B-36096F059817}"/>
    <dgm:cxn modelId="{D55D7B43-C155-43AC-ACF9-DEA289BF22B1}" srcId="{6A6B5F34-D2A5-4ED6-8D95-0034502B4A39}" destId="{0A31924A-D84A-445D-9170-B36724CA789B}" srcOrd="8" destOrd="0" parTransId="{09E5D282-B929-421B-9FBD-02F56349D481}" sibTransId="{50C004AF-5A11-4E07-BE26-FF25590C29A9}"/>
    <dgm:cxn modelId="{070E7F67-3688-4874-AC52-796B5584412B}" type="presOf" srcId="{A1BE4CE0-3135-47B6-BB01-F1238E6C976E}" destId="{5364887A-B03C-46EE-A306-3BFEEA99B77B}" srcOrd="0" destOrd="0" presId="urn:microsoft.com/office/officeart/2008/layout/LinedList"/>
    <dgm:cxn modelId="{10DA2175-8821-4A47-BA95-64E3DECC48B8}" srcId="{6A6B5F34-D2A5-4ED6-8D95-0034502B4A39}" destId="{ABC02633-7FB8-4416-9520-843743C01206}" srcOrd="4" destOrd="0" parTransId="{12FA7E21-18CF-43BD-9873-FE14FAAE1E30}" sibTransId="{6B312486-FA66-46E1-9C8D-63DF957BF2C9}"/>
    <dgm:cxn modelId="{BB86788D-B537-4547-9F42-44D5672E8770}" type="presOf" srcId="{8C711CA9-8C90-4961-BE9F-FC381B7DBFD1}" destId="{0E5D868B-6A8B-43A8-BA5A-6E54B2EBB430}" srcOrd="0" destOrd="0" presId="urn:microsoft.com/office/officeart/2008/layout/LinedList"/>
    <dgm:cxn modelId="{A8845390-4F7E-4BCD-A9E7-3D4706F3C1D6}" type="presOf" srcId="{0A31924A-D84A-445D-9170-B36724CA789B}" destId="{4F338215-475E-40D2-8CB4-FCAF822B177C}" srcOrd="0" destOrd="0" presId="urn:microsoft.com/office/officeart/2008/layout/LinedList"/>
    <dgm:cxn modelId="{26BB12B1-378C-41C6-A15D-938445AFD761}" type="presOf" srcId="{6A6B5F34-D2A5-4ED6-8D95-0034502B4A39}" destId="{ED1E75EB-6394-4E9E-BBEE-203934A9ACA2}" srcOrd="0" destOrd="0" presId="urn:microsoft.com/office/officeart/2008/layout/LinedList"/>
    <dgm:cxn modelId="{56A536CD-6F13-4F1C-95F4-B5F3980BAA1F}" type="presOf" srcId="{0A51D758-2D28-43E5-8527-D655850FC604}" destId="{3C73D8F7-5A55-44BD-B6B2-A12E9910C203}" srcOrd="0" destOrd="0" presId="urn:microsoft.com/office/officeart/2008/layout/LinedList"/>
    <dgm:cxn modelId="{D46234D9-4C47-4318-874F-D19F1DB5F17E}" type="presOf" srcId="{ABC02633-7FB8-4416-9520-843743C01206}" destId="{8F7DD25E-380E-4C47-A889-A82AFF72B1BC}" srcOrd="0" destOrd="0" presId="urn:microsoft.com/office/officeart/2008/layout/LinedList"/>
    <dgm:cxn modelId="{34BEDAE6-C2D3-476E-BC1D-984401224CF2}" srcId="{6A6B5F34-D2A5-4ED6-8D95-0034502B4A39}" destId="{9398FE66-BE77-4F89-972F-2482C6AD6698}" srcOrd="7" destOrd="0" parTransId="{8A862051-4E02-4A78-82CE-0BDBEACA0C84}" sibTransId="{51AC5C9C-3576-4178-BAD3-A621F2DC387D}"/>
    <dgm:cxn modelId="{06004FF2-8C1E-4952-A28D-0B2481DAD855}" srcId="{6A6B5F34-D2A5-4ED6-8D95-0034502B4A39}" destId="{8C711CA9-8C90-4961-BE9F-FC381B7DBFD1}" srcOrd="1" destOrd="0" parTransId="{6D2666B9-8E0D-42BD-A47C-1AD294AAA9BB}" sibTransId="{3AB5E178-9640-4120-B4E4-F30695EF6AAE}"/>
    <dgm:cxn modelId="{E462B2F7-2ADC-4C42-9B08-BA8288C9E48E}" srcId="{6A6B5F34-D2A5-4ED6-8D95-0034502B4A39}" destId="{6D6F89AB-BEB8-4098-8762-9121B2A62086}" srcOrd="3" destOrd="0" parTransId="{8F192C06-2491-448E-9208-C06E8522F2C0}" sibTransId="{FCF2616D-86F5-43DF-8AC0-7BF456A8C60A}"/>
    <dgm:cxn modelId="{F5DC77F8-0029-4F97-9E0C-6A384F22FDD1}" srcId="{6A6B5F34-D2A5-4ED6-8D95-0034502B4A39}" destId="{C5509206-F516-46C1-B9C2-B7E20D5BA965}" srcOrd="2" destOrd="0" parTransId="{F7452603-D65B-4305-9821-1E8BD0DFFE3A}" sibTransId="{43E314DB-452C-4FFB-B319-1707F0424D50}"/>
    <dgm:cxn modelId="{C09EC456-A646-4E87-B017-98D0D3B6DB50}" type="presParOf" srcId="{ED1E75EB-6394-4E9E-BBEE-203934A9ACA2}" destId="{7E255754-7A65-4686-9E90-7E809521B651}" srcOrd="0" destOrd="0" presId="urn:microsoft.com/office/officeart/2008/layout/LinedList"/>
    <dgm:cxn modelId="{D54DBD07-C9EE-4852-BAD8-580365A74144}" type="presParOf" srcId="{ED1E75EB-6394-4E9E-BBEE-203934A9ACA2}" destId="{533C1EE6-32DC-4841-85D6-B3C853CE6AF8}" srcOrd="1" destOrd="0" presId="urn:microsoft.com/office/officeart/2008/layout/LinedList"/>
    <dgm:cxn modelId="{CB71040F-CBEE-49D0-A7F7-0CB26027C895}" type="presParOf" srcId="{533C1EE6-32DC-4841-85D6-B3C853CE6AF8}" destId="{3C73D8F7-5A55-44BD-B6B2-A12E9910C203}" srcOrd="0" destOrd="0" presId="urn:microsoft.com/office/officeart/2008/layout/LinedList"/>
    <dgm:cxn modelId="{7F4FF93D-6041-4386-9857-5619AFC9B38C}" type="presParOf" srcId="{533C1EE6-32DC-4841-85D6-B3C853CE6AF8}" destId="{FC65FA2C-11DC-422C-957B-9D389ACD440B}" srcOrd="1" destOrd="0" presId="urn:microsoft.com/office/officeart/2008/layout/LinedList"/>
    <dgm:cxn modelId="{85196D63-F80A-421E-830B-F95676AB73A6}" type="presParOf" srcId="{ED1E75EB-6394-4E9E-BBEE-203934A9ACA2}" destId="{35B2D02C-1F22-4489-BE95-6C35E3DB1EAE}" srcOrd="2" destOrd="0" presId="urn:microsoft.com/office/officeart/2008/layout/LinedList"/>
    <dgm:cxn modelId="{294A26C9-18A3-4EB2-A11E-EB08A936F3FF}" type="presParOf" srcId="{ED1E75EB-6394-4E9E-BBEE-203934A9ACA2}" destId="{34524BC0-AD6A-4475-8905-6EA0824B1576}" srcOrd="3" destOrd="0" presId="urn:microsoft.com/office/officeart/2008/layout/LinedList"/>
    <dgm:cxn modelId="{55663216-C47E-4C8F-9661-C0F6666FDC2A}" type="presParOf" srcId="{34524BC0-AD6A-4475-8905-6EA0824B1576}" destId="{0E5D868B-6A8B-43A8-BA5A-6E54B2EBB430}" srcOrd="0" destOrd="0" presId="urn:microsoft.com/office/officeart/2008/layout/LinedList"/>
    <dgm:cxn modelId="{518F80E7-A825-4990-9C7B-0F7437924EF6}" type="presParOf" srcId="{34524BC0-AD6A-4475-8905-6EA0824B1576}" destId="{4B33B796-8357-4EB0-A0D6-284BBACCE6EF}" srcOrd="1" destOrd="0" presId="urn:microsoft.com/office/officeart/2008/layout/LinedList"/>
    <dgm:cxn modelId="{58BA4B3F-5F40-4EA7-BE1E-16960CEFAFEF}" type="presParOf" srcId="{ED1E75EB-6394-4E9E-BBEE-203934A9ACA2}" destId="{A1720C25-2407-4165-A437-1F69A0FD9F9A}" srcOrd="4" destOrd="0" presId="urn:microsoft.com/office/officeart/2008/layout/LinedList"/>
    <dgm:cxn modelId="{850BD34D-6775-4E78-A584-20CDB9CE2EE9}" type="presParOf" srcId="{ED1E75EB-6394-4E9E-BBEE-203934A9ACA2}" destId="{0AAC3C44-DF8B-49F2-866B-410DBC06B9BA}" srcOrd="5" destOrd="0" presId="urn:microsoft.com/office/officeart/2008/layout/LinedList"/>
    <dgm:cxn modelId="{A7526E7C-7D3F-453D-9056-39274593E192}" type="presParOf" srcId="{0AAC3C44-DF8B-49F2-866B-410DBC06B9BA}" destId="{B07E7547-F871-435F-B2CB-EC1F77F9B4A3}" srcOrd="0" destOrd="0" presId="urn:microsoft.com/office/officeart/2008/layout/LinedList"/>
    <dgm:cxn modelId="{08CA1AEE-5FB1-4F0B-B925-654EB2F7444C}" type="presParOf" srcId="{0AAC3C44-DF8B-49F2-866B-410DBC06B9BA}" destId="{6A7068F6-9C27-42FC-95AA-D18190ABAC88}" srcOrd="1" destOrd="0" presId="urn:microsoft.com/office/officeart/2008/layout/LinedList"/>
    <dgm:cxn modelId="{D651DD4A-71FB-4D15-8495-8B561AE8E438}" type="presParOf" srcId="{ED1E75EB-6394-4E9E-BBEE-203934A9ACA2}" destId="{CC852ECC-E439-495F-9CC1-EC0BB17256F5}" srcOrd="6" destOrd="0" presId="urn:microsoft.com/office/officeart/2008/layout/LinedList"/>
    <dgm:cxn modelId="{284B45CF-6798-45B0-90E3-0C67E20839D8}" type="presParOf" srcId="{ED1E75EB-6394-4E9E-BBEE-203934A9ACA2}" destId="{91B5DE0E-2099-4951-AFED-08F99710BFF7}" srcOrd="7" destOrd="0" presId="urn:microsoft.com/office/officeart/2008/layout/LinedList"/>
    <dgm:cxn modelId="{04D17E3B-4EAA-4108-B5EF-E0DFAD0D9A37}" type="presParOf" srcId="{91B5DE0E-2099-4951-AFED-08F99710BFF7}" destId="{05983A70-BB23-4410-9727-21CEEFEBE888}" srcOrd="0" destOrd="0" presId="urn:microsoft.com/office/officeart/2008/layout/LinedList"/>
    <dgm:cxn modelId="{0BEB4C0C-2641-4FC0-A7E0-BAF34D8F6C09}" type="presParOf" srcId="{91B5DE0E-2099-4951-AFED-08F99710BFF7}" destId="{FD0AE728-41FE-4498-B7A2-E3442D426E56}" srcOrd="1" destOrd="0" presId="urn:microsoft.com/office/officeart/2008/layout/LinedList"/>
    <dgm:cxn modelId="{7397C91A-4C2D-4C30-8241-8551F4D89BCD}" type="presParOf" srcId="{ED1E75EB-6394-4E9E-BBEE-203934A9ACA2}" destId="{634CE07A-24FA-4C81-9B29-1325E50FB182}" srcOrd="8" destOrd="0" presId="urn:microsoft.com/office/officeart/2008/layout/LinedList"/>
    <dgm:cxn modelId="{EBBCE9CC-E065-4921-B365-42B1DB8AFBD8}" type="presParOf" srcId="{ED1E75EB-6394-4E9E-BBEE-203934A9ACA2}" destId="{0802DCD8-1A46-49E7-BFDD-543AF7C0AD3B}" srcOrd="9" destOrd="0" presId="urn:microsoft.com/office/officeart/2008/layout/LinedList"/>
    <dgm:cxn modelId="{052CD1F5-D4BD-42CA-9DF7-58B44EDEBB90}" type="presParOf" srcId="{0802DCD8-1A46-49E7-BFDD-543AF7C0AD3B}" destId="{8F7DD25E-380E-4C47-A889-A82AFF72B1BC}" srcOrd="0" destOrd="0" presId="urn:microsoft.com/office/officeart/2008/layout/LinedList"/>
    <dgm:cxn modelId="{BEF4A92F-5E90-493A-AD9B-AC56D9D8DC43}" type="presParOf" srcId="{0802DCD8-1A46-49E7-BFDD-543AF7C0AD3B}" destId="{BE11941A-23C1-4593-B6BF-4246028D901A}" srcOrd="1" destOrd="0" presId="urn:microsoft.com/office/officeart/2008/layout/LinedList"/>
    <dgm:cxn modelId="{EEFFA042-D8AA-479B-A6A3-41B8B56A2FD6}" type="presParOf" srcId="{ED1E75EB-6394-4E9E-BBEE-203934A9ACA2}" destId="{D75D637E-CC80-4DD2-990E-63AE24FF8354}" srcOrd="10" destOrd="0" presId="urn:microsoft.com/office/officeart/2008/layout/LinedList"/>
    <dgm:cxn modelId="{253AFCC2-E7A6-4518-9425-63870BD12E74}" type="presParOf" srcId="{ED1E75EB-6394-4E9E-BBEE-203934A9ACA2}" destId="{593A0C0D-9AC0-4E78-8768-E915C83FF658}" srcOrd="11" destOrd="0" presId="urn:microsoft.com/office/officeart/2008/layout/LinedList"/>
    <dgm:cxn modelId="{85398DBD-93E2-451B-A3C1-31E186B7A479}" type="presParOf" srcId="{593A0C0D-9AC0-4E78-8768-E915C83FF658}" destId="{D782A7C6-34E2-40C7-A30B-4053656244A1}" srcOrd="0" destOrd="0" presId="urn:microsoft.com/office/officeart/2008/layout/LinedList"/>
    <dgm:cxn modelId="{51266448-FBEF-408D-AB53-752024051FDF}" type="presParOf" srcId="{593A0C0D-9AC0-4E78-8768-E915C83FF658}" destId="{92CD8617-3DBC-4F3A-9D51-AE8EADF792B5}" srcOrd="1" destOrd="0" presId="urn:microsoft.com/office/officeart/2008/layout/LinedList"/>
    <dgm:cxn modelId="{E8DC80DF-2073-41E4-8092-874A9EF1A27E}" type="presParOf" srcId="{ED1E75EB-6394-4E9E-BBEE-203934A9ACA2}" destId="{BD0740F9-BE5F-4859-A752-27E2036E886A}" srcOrd="12" destOrd="0" presId="urn:microsoft.com/office/officeart/2008/layout/LinedList"/>
    <dgm:cxn modelId="{6C339D02-5FA5-49D7-A6C1-20854744C346}" type="presParOf" srcId="{ED1E75EB-6394-4E9E-BBEE-203934A9ACA2}" destId="{365B7BF5-947C-4952-AAB2-7412BBDD32E5}" srcOrd="13" destOrd="0" presId="urn:microsoft.com/office/officeart/2008/layout/LinedList"/>
    <dgm:cxn modelId="{BFABCC20-58B1-4B2A-B4AB-7B41A80D27CC}" type="presParOf" srcId="{365B7BF5-947C-4952-AAB2-7412BBDD32E5}" destId="{5364887A-B03C-46EE-A306-3BFEEA99B77B}" srcOrd="0" destOrd="0" presId="urn:microsoft.com/office/officeart/2008/layout/LinedList"/>
    <dgm:cxn modelId="{2AF50002-08DB-4A29-AB46-67CF0C0D320C}" type="presParOf" srcId="{365B7BF5-947C-4952-AAB2-7412BBDD32E5}" destId="{E5D73049-9078-4D59-B2D8-E11E800199BC}" srcOrd="1" destOrd="0" presId="urn:microsoft.com/office/officeart/2008/layout/LinedList"/>
    <dgm:cxn modelId="{D8736175-DDE7-4344-BA4C-9B8B6425CC41}" type="presParOf" srcId="{ED1E75EB-6394-4E9E-BBEE-203934A9ACA2}" destId="{396F933B-66C8-41C1-81C3-CE221A57B241}" srcOrd="14" destOrd="0" presId="urn:microsoft.com/office/officeart/2008/layout/LinedList"/>
    <dgm:cxn modelId="{1B38F8FA-24CA-4779-92E6-9C5C33E3F6F7}" type="presParOf" srcId="{ED1E75EB-6394-4E9E-BBEE-203934A9ACA2}" destId="{D92E0FD6-EEFF-4DEC-B666-42820C514698}" srcOrd="15" destOrd="0" presId="urn:microsoft.com/office/officeart/2008/layout/LinedList"/>
    <dgm:cxn modelId="{A7C76E6D-BE2F-4190-9EB3-35947AB9C881}" type="presParOf" srcId="{D92E0FD6-EEFF-4DEC-B666-42820C514698}" destId="{790DE55E-EC0A-427B-8367-3D3FC6D31F57}" srcOrd="0" destOrd="0" presId="urn:microsoft.com/office/officeart/2008/layout/LinedList"/>
    <dgm:cxn modelId="{3801816D-4322-4CD8-B5D7-B1DB08CFB657}" type="presParOf" srcId="{D92E0FD6-EEFF-4DEC-B666-42820C514698}" destId="{A8593776-3E78-4F54-ABB8-657A345EFB6A}" srcOrd="1" destOrd="0" presId="urn:microsoft.com/office/officeart/2008/layout/LinedList"/>
    <dgm:cxn modelId="{9E50764C-36B8-4706-AD3A-E2E779F9FCEC}" type="presParOf" srcId="{ED1E75EB-6394-4E9E-BBEE-203934A9ACA2}" destId="{B35AFC20-921A-4BCB-AA1E-C1A8B846A540}" srcOrd="16" destOrd="0" presId="urn:microsoft.com/office/officeart/2008/layout/LinedList"/>
    <dgm:cxn modelId="{BD218DD2-0062-49B1-9BEC-60D2D5A059EA}" type="presParOf" srcId="{ED1E75EB-6394-4E9E-BBEE-203934A9ACA2}" destId="{BEF66A23-A51D-4AA0-9FA0-CED156734734}" srcOrd="17" destOrd="0" presId="urn:microsoft.com/office/officeart/2008/layout/LinedList"/>
    <dgm:cxn modelId="{8FB0298A-C0FE-4A11-9FA5-DC751B9C3514}" type="presParOf" srcId="{BEF66A23-A51D-4AA0-9FA0-CED156734734}" destId="{4F338215-475E-40D2-8CB4-FCAF822B177C}" srcOrd="0" destOrd="0" presId="urn:microsoft.com/office/officeart/2008/layout/LinedList"/>
    <dgm:cxn modelId="{1A2100C1-EB7A-46F2-A8A6-0B70528A110C}" type="presParOf" srcId="{BEF66A23-A51D-4AA0-9FA0-CED156734734}" destId="{31419B20-ED36-41C5-9FCF-893485FE5F7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255754-7A65-4686-9E90-7E809521B651}">
      <dsp:nvSpPr>
        <dsp:cNvPr id="0" name=""/>
        <dsp:cNvSpPr/>
      </dsp:nvSpPr>
      <dsp:spPr>
        <a:xfrm>
          <a:off x="0" y="1060"/>
          <a:ext cx="487997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C73D8F7-5A55-44BD-B6B2-A12E9910C203}">
      <dsp:nvSpPr>
        <dsp:cNvPr id="0" name=""/>
        <dsp:cNvSpPr/>
      </dsp:nvSpPr>
      <dsp:spPr>
        <a:xfrm>
          <a:off x="0" y="1060"/>
          <a:ext cx="4879971" cy="48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>
              <a:solidFill>
                <a:schemeClr val="bg1"/>
              </a:solidFill>
            </a:rPr>
            <a:t>Introducción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0" y="1060"/>
        <a:ext cx="4879971" cy="489180"/>
      </dsp:txXfrm>
    </dsp:sp>
    <dsp:sp modelId="{35B2D02C-1F22-4489-BE95-6C35E3DB1EAE}">
      <dsp:nvSpPr>
        <dsp:cNvPr id="0" name=""/>
        <dsp:cNvSpPr/>
      </dsp:nvSpPr>
      <dsp:spPr>
        <a:xfrm>
          <a:off x="0" y="490241"/>
          <a:ext cx="4879971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E5D868B-6A8B-43A8-BA5A-6E54B2EBB430}">
      <dsp:nvSpPr>
        <dsp:cNvPr id="0" name=""/>
        <dsp:cNvSpPr/>
      </dsp:nvSpPr>
      <dsp:spPr>
        <a:xfrm>
          <a:off x="0" y="490241"/>
          <a:ext cx="4879971" cy="48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>
              <a:solidFill>
                <a:schemeClr val="bg1"/>
              </a:solidFill>
            </a:rPr>
            <a:t>Mitos definición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0" y="490241"/>
        <a:ext cx="4879971" cy="489180"/>
      </dsp:txXfrm>
    </dsp:sp>
    <dsp:sp modelId="{A1720C25-2407-4165-A437-1F69A0FD9F9A}">
      <dsp:nvSpPr>
        <dsp:cNvPr id="0" name=""/>
        <dsp:cNvSpPr/>
      </dsp:nvSpPr>
      <dsp:spPr>
        <a:xfrm>
          <a:off x="0" y="979422"/>
          <a:ext cx="4879971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07E7547-F871-435F-B2CB-EC1F77F9B4A3}">
      <dsp:nvSpPr>
        <dsp:cNvPr id="0" name=""/>
        <dsp:cNvSpPr/>
      </dsp:nvSpPr>
      <dsp:spPr>
        <a:xfrm>
          <a:off x="0" y="979422"/>
          <a:ext cx="4879971" cy="48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>
              <a:solidFill>
                <a:schemeClr val="bg1"/>
              </a:solidFill>
            </a:rPr>
            <a:t>Como surgieron y como se transmiten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0" y="979422"/>
        <a:ext cx="4879971" cy="489180"/>
      </dsp:txXfrm>
    </dsp:sp>
    <dsp:sp modelId="{CC852ECC-E439-495F-9CC1-EC0BB17256F5}">
      <dsp:nvSpPr>
        <dsp:cNvPr id="0" name=""/>
        <dsp:cNvSpPr/>
      </dsp:nvSpPr>
      <dsp:spPr>
        <a:xfrm>
          <a:off x="0" y="1468603"/>
          <a:ext cx="4879971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983A70-BB23-4410-9727-21CEEFEBE888}">
      <dsp:nvSpPr>
        <dsp:cNvPr id="0" name=""/>
        <dsp:cNvSpPr/>
      </dsp:nvSpPr>
      <dsp:spPr>
        <a:xfrm>
          <a:off x="0" y="1468603"/>
          <a:ext cx="4879971" cy="48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>
              <a:solidFill>
                <a:schemeClr val="bg1"/>
              </a:solidFill>
            </a:rPr>
            <a:t>Importancia religiosa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0" y="1468603"/>
        <a:ext cx="4879971" cy="489180"/>
      </dsp:txXfrm>
    </dsp:sp>
    <dsp:sp modelId="{634CE07A-24FA-4C81-9B29-1325E50FB182}">
      <dsp:nvSpPr>
        <dsp:cNvPr id="0" name=""/>
        <dsp:cNvSpPr/>
      </dsp:nvSpPr>
      <dsp:spPr>
        <a:xfrm>
          <a:off x="0" y="1957783"/>
          <a:ext cx="4879971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F7DD25E-380E-4C47-A889-A82AFF72B1BC}">
      <dsp:nvSpPr>
        <dsp:cNvPr id="0" name=""/>
        <dsp:cNvSpPr/>
      </dsp:nvSpPr>
      <dsp:spPr>
        <a:xfrm>
          <a:off x="0" y="1957783"/>
          <a:ext cx="4879971" cy="48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>
              <a:solidFill>
                <a:schemeClr val="bg1"/>
              </a:solidFill>
            </a:rPr>
            <a:t>Protagonistas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0" y="1957783"/>
        <a:ext cx="4879971" cy="489180"/>
      </dsp:txXfrm>
    </dsp:sp>
    <dsp:sp modelId="{D75D637E-CC80-4DD2-990E-63AE24FF8354}">
      <dsp:nvSpPr>
        <dsp:cNvPr id="0" name=""/>
        <dsp:cNvSpPr/>
      </dsp:nvSpPr>
      <dsp:spPr>
        <a:xfrm>
          <a:off x="0" y="2446964"/>
          <a:ext cx="487997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782A7C6-34E2-40C7-A30B-4053656244A1}">
      <dsp:nvSpPr>
        <dsp:cNvPr id="0" name=""/>
        <dsp:cNvSpPr/>
      </dsp:nvSpPr>
      <dsp:spPr>
        <a:xfrm>
          <a:off x="0" y="2446964"/>
          <a:ext cx="4879971" cy="48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>
              <a:solidFill>
                <a:schemeClr val="bg1"/>
              </a:solidFill>
            </a:rPr>
            <a:t>Función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0" y="2446964"/>
        <a:ext cx="4879971" cy="489180"/>
      </dsp:txXfrm>
    </dsp:sp>
    <dsp:sp modelId="{BD0740F9-BE5F-4859-A752-27E2036E886A}">
      <dsp:nvSpPr>
        <dsp:cNvPr id="0" name=""/>
        <dsp:cNvSpPr/>
      </dsp:nvSpPr>
      <dsp:spPr>
        <a:xfrm>
          <a:off x="0" y="2936145"/>
          <a:ext cx="4879971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364887A-B03C-46EE-A306-3BFEEA99B77B}">
      <dsp:nvSpPr>
        <dsp:cNvPr id="0" name=""/>
        <dsp:cNvSpPr/>
      </dsp:nvSpPr>
      <dsp:spPr>
        <a:xfrm>
          <a:off x="0" y="2936145"/>
          <a:ext cx="4879971" cy="464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>
              <a:solidFill>
                <a:schemeClr val="bg1"/>
              </a:solidFill>
            </a:rPr>
            <a:t>Diferencia</a:t>
          </a:r>
          <a:r>
            <a:rPr lang="es-AR" sz="2100" kern="1200" baseline="0" dirty="0">
              <a:solidFill>
                <a:schemeClr val="bg1"/>
              </a:solidFill>
            </a:rPr>
            <a:t> entre mitos y leyendas</a:t>
          </a:r>
          <a:endParaRPr lang="es-AR" sz="2100" kern="1200" dirty="0">
            <a:solidFill>
              <a:schemeClr val="bg1"/>
            </a:solidFill>
          </a:endParaRPr>
        </a:p>
      </dsp:txBody>
      <dsp:txXfrm>
        <a:off x="0" y="2936145"/>
        <a:ext cx="4879971" cy="464071"/>
      </dsp:txXfrm>
    </dsp:sp>
    <dsp:sp modelId="{396F933B-66C8-41C1-81C3-CE221A57B241}">
      <dsp:nvSpPr>
        <dsp:cNvPr id="0" name=""/>
        <dsp:cNvSpPr/>
      </dsp:nvSpPr>
      <dsp:spPr>
        <a:xfrm>
          <a:off x="0" y="3400216"/>
          <a:ext cx="4879971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90DE55E-EC0A-427B-8367-3D3FC6D31F57}">
      <dsp:nvSpPr>
        <dsp:cNvPr id="0" name=""/>
        <dsp:cNvSpPr/>
      </dsp:nvSpPr>
      <dsp:spPr>
        <a:xfrm>
          <a:off x="0" y="3400216"/>
          <a:ext cx="4879971" cy="48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 err="1">
              <a:solidFill>
                <a:schemeClr val="bg1"/>
              </a:solidFill>
            </a:rPr>
            <a:t>Mitologia</a:t>
          </a:r>
          <a:endParaRPr lang="es-AR" sz="2100" kern="1200" dirty="0">
            <a:solidFill>
              <a:schemeClr val="bg1"/>
            </a:solidFill>
          </a:endParaRPr>
        </a:p>
      </dsp:txBody>
      <dsp:txXfrm>
        <a:off x="0" y="3400216"/>
        <a:ext cx="4879971" cy="489180"/>
      </dsp:txXfrm>
    </dsp:sp>
    <dsp:sp modelId="{B35AFC20-921A-4BCB-AA1E-C1A8B846A540}">
      <dsp:nvSpPr>
        <dsp:cNvPr id="0" name=""/>
        <dsp:cNvSpPr/>
      </dsp:nvSpPr>
      <dsp:spPr>
        <a:xfrm>
          <a:off x="0" y="3889397"/>
          <a:ext cx="4879971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338215-475E-40D2-8CB4-FCAF822B177C}">
      <dsp:nvSpPr>
        <dsp:cNvPr id="0" name=""/>
        <dsp:cNvSpPr/>
      </dsp:nvSpPr>
      <dsp:spPr>
        <a:xfrm>
          <a:off x="0" y="3889397"/>
          <a:ext cx="4879971" cy="48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solidFill>
                <a:schemeClr val="bg1"/>
              </a:solidFill>
            </a:rPr>
            <a:t>Aquiles</a:t>
          </a:r>
          <a:r>
            <a:rPr lang="en-US" sz="2100" kern="1200" dirty="0">
              <a:solidFill>
                <a:schemeClr val="bg1"/>
              </a:solidFill>
            </a:rPr>
            <a:t> </a:t>
          </a:r>
          <a:r>
            <a:rPr lang="en-US" sz="2100" kern="1200" dirty="0" err="1">
              <a:solidFill>
                <a:schemeClr val="bg1"/>
              </a:solidFill>
            </a:rPr>
            <a:t>en</a:t>
          </a:r>
          <a:r>
            <a:rPr lang="en-US" sz="2100" kern="1200" dirty="0">
              <a:solidFill>
                <a:schemeClr val="bg1"/>
              </a:solidFill>
            </a:rPr>
            <a:t> general</a:t>
          </a:r>
        </a:p>
      </dsp:txBody>
      <dsp:txXfrm>
        <a:off x="0" y="3889397"/>
        <a:ext cx="4879971" cy="489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4931A-D7F2-73F6-EC77-0A0817F83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060F3D-641C-E9A5-2958-0EC6A4BDA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E8E56D-7021-21A3-91F3-D810DC08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9FBF90-4527-21F0-D3F5-46F87B77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DAE536-5677-A270-5143-DFE42B139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0289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2F2FF1-46E5-D5C5-A134-9CBE77D5A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72EC89-5641-6DDE-EF53-8DE8DA82F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1E9765-DDC1-28EB-8F8C-4E9C5FF1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FFEC5B-51D0-4752-7F00-BC1FF7346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0B5010-FDCD-26DE-934A-EFBC2D68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072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B7624-9F4B-E110-904A-1C0BF9D80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00BA53-4357-4E95-E8EA-1E4A601F0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DF3F2A-5A4D-B930-D553-0567F863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73F8A8-27DD-6B70-A9F1-440E05DE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4DA009-E458-A2BF-68C2-E6870FC28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981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614F3-26C1-B900-C1B9-6A6A28FD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617F63-9A66-CE3C-92AB-2A53312CA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F8884B-D375-4682-B0C2-F49060D71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5CDE2D-02DE-52EF-3A91-7B1ADC87C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E59FB-14EF-4C62-7EE1-E2BB9BB3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587592-8053-BC71-C23B-173F09A2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0041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63358-2A3A-10BB-BF64-6825F0209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EF4CF2-F401-D23D-90F1-0214E14EA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9217A0-F55C-C6B8-D39D-C01705BBD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984FDB-7256-0E3D-4D9A-3979037B3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D62E05E-3097-6B3F-A3D8-17A9C8F35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2833049-18DA-9119-925E-C1894C80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27478B-3369-5CF6-A299-58F28149E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A8E2153-5934-3192-4001-DA7190D8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8818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66A0D-8B8A-1DA6-74FC-1C08C650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64F5C5-6E93-FDD4-9A4D-D65513AE9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9219289-E418-A8F1-307A-7B05F526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D30368-120D-239D-DAF0-0818209B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54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B6CFBC-1263-88B2-775B-C430C5053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67D0C6-5DB0-9F5C-2AFF-714D900A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055EFD-2CAC-80E8-0675-7698AAAA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044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645F1-0C04-F6A4-8F07-76DB48EE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89509F-76AC-2409-CFB3-8BB1242AF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D784AA-2133-8F1C-E063-51FE29D2D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442425-C663-E901-6647-CEE5C6FAA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5D002F-DA88-7D80-1341-7F5CDE6C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82CD21-0304-0F2D-382C-7410CF40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9035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41255-8AA3-3E38-EB87-702587DA5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6695723-6608-8073-6CAD-A24F0A7BF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DDE517-57BA-99AF-3FBA-68ACBF1CC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4D13A7-586D-8D79-709B-73FEC531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4F5F5F-3ABE-1730-4539-9ECCEC6D7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EAD168-DC8E-5672-D89E-F90E81A6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5667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DE2FF-4D22-A7CB-4173-66ACCE7D8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4D25EF-FCA6-2620-5827-7A6DA4F41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8CF5F0-7FF0-997B-2FF6-49336E539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EBD713-BADE-11FE-8807-061B00A9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11B9E5-1D60-DD30-5B78-0F43B72D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498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46FD2C-9340-F1DD-D429-4EFC6BBF4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85C6D8-C7E3-536B-C191-0F8713C3C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293533-D214-54CE-561B-C2B036B8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558BA6-243E-1FB2-76ED-9C418203F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66DF2E-4063-29D0-72DE-25531D4B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2317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106C19-FE75-AF0C-BE70-4165B30FB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58CDAF-E5FD-FF2B-AAD5-D15E4FF9C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6CEF5C-0E5C-ACD1-E61E-83CC210C0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D05D3-4168-4001-8C18-28EAE9513120}" type="datetimeFigureOut">
              <a:rPr lang="es-AR" smtClean="0"/>
              <a:t>10/4/2024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D4391E-A181-F7FB-133B-FB2820091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BF0008-CE48-4F12-1394-11837234F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0DE784-EDC8-4C1E-8EF7-8052312C6D9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39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">
            <a:extLst>
              <a:ext uri="{FF2B5EF4-FFF2-40B4-BE49-F238E27FC236}">
                <a16:creationId xmlns:a16="http://schemas.microsoft.com/office/drawing/2014/main" id="{9D768B77-8742-43A0-AF16-6AC4D378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B13CA8-CBEA-4805-955D-CEBE32236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17490" cy="5486399"/>
          </a:xfrm>
          <a:prstGeom prst="rect">
            <a:avLst/>
          </a:prstGeom>
          <a:ln>
            <a:noFill/>
          </a:ln>
          <a:effectLst>
            <a:outerShdw blurRad="393700" dist="127000" dir="5400000" sx="95000" sy="95000" algn="t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E3BFF4-96F5-15F9-0221-66244CB4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13574"/>
            <a:ext cx="3221377" cy="38592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AR" sz="4000" b="1" dirty="0"/>
              <a:t>Aquiles</a:t>
            </a:r>
          </a:p>
        </p:txBody>
      </p:sp>
      <p:pic>
        <p:nvPicPr>
          <p:cNvPr id="4" name="Picture 3" descr="León descansando en su trono">
            <a:extLst>
              <a:ext uri="{FF2B5EF4-FFF2-40B4-BE49-F238E27FC236}">
                <a16:creationId xmlns:a16="http://schemas.microsoft.com/office/drawing/2014/main" id="{E2E5F79E-0090-0793-0658-E4E541E9DA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9" r="26779" b="2"/>
          <a:stretch/>
        </p:blipFill>
        <p:spPr>
          <a:xfrm>
            <a:off x="4617490" y="1"/>
            <a:ext cx="7574510" cy="6858000"/>
          </a:xfrm>
          <a:prstGeom prst="rect">
            <a:avLst/>
          </a:prstGeom>
          <a:effectLst>
            <a:outerShdw blurRad="254000" dist="190500" dir="5580000" sx="90000" sy="90000" algn="ctr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637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4">
            <a:extLst>
              <a:ext uri="{FF2B5EF4-FFF2-40B4-BE49-F238E27FC236}">
                <a16:creationId xmlns:a16="http://schemas.microsoft.com/office/drawing/2014/main" id="{89C6B508-0B2C-4D80-99F6-BC8C9C693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A54034F-F9B1-4048-9AEF-C7AB99053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3F029-E06B-49B5-9779-2E8CEFD77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8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85D9C7-329F-4A2A-AF43-5305252A6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400" b="1" u="sng">
                <a:solidFill>
                  <a:schemeClr val="bg1"/>
                </a:solidFill>
              </a:rPr>
              <a:t>Índice:</a:t>
            </a:r>
          </a:p>
        </p:txBody>
      </p:sp>
      <p:grpSp>
        <p:nvGrpSpPr>
          <p:cNvPr id="24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17004"/>
            <a:ext cx="1370098" cy="508993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445529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aphic 4">
            <a:extLst>
              <a:ext uri="{FF2B5EF4-FFF2-40B4-BE49-F238E27FC236}">
                <a16:creationId xmlns:a16="http://schemas.microsoft.com/office/drawing/2014/main" id="{DDFA5A3F-B050-4826-ACB4-F634DD12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445529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45D7489-248E-4EB2-A887-30A9C396E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B6BF832-C29A-4992-8772-6B33118C5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E06C84D-D026-40FC-A1FB-0482450B6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2D9620B-AA48-430C-BACC-01BF1B128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C7842E4-3E00-4846-B285-345F6B324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120E203-7898-4AE9-A9E5-F5C364415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6A5C8C3-E77D-410A-8D95-0B15B8E61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E9CE1FB-B266-47D2-A0AC-79D1DDBAA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8862FCB-5370-44C9-803F-017FF893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1EC218E-7E2A-4304-96EA-1A7AA046E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6904051-0B1B-4340-8A1F-FC345A500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D8B68CD-1F5B-4E19-A474-4290A7386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219F1BA-F2AD-4C0B-B881-AF7702BFA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18" name="Marcador de posición de imagen 2">
            <a:extLst>
              <a:ext uri="{FF2B5EF4-FFF2-40B4-BE49-F238E27FC236}">
                <a16:creationId xmlns:a16="http://schemas.microsoft.com/office/drawing/2014/main" id="{641344B7-67D9-5F66-344B-A38C105F83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4940115"/>
              </p:ext>
            </p:extLst>
          </p:nvPr>
        </p:nvGraphicFramePr>
        <p:xfrm>
          <a:off x="6571445" y="1106760"/>
          <a:ext cx="4879971" cy="4379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5889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5290F3-1968-B20E-EDA7-D82031551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AR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Introducción</a:t>
            </a:r>
            <a:b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32974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D848EF-9B26-588F-BDF8-1A8467AC6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 err="1">
                <a:solidFill>
                  <a:schemeClr val="bg1"/>
                </a:solidFill>
              </a:rPr>
              <a:t>Mitos</a:t>
            </a:r>
            <a:r>
              <a:rPr lang="en-US" sz="4000" b="1" dirty="0">
                <a:solidFill>
                  <a:schemeClr val="bg1"/>
                </a:solidFill>
              </a:rPr>
              <a:t>: </a:t>
            </a:r>
            <a:r>
              <a:rPr lang="en-US" sz="4000" b="1" dirty="0" err="1">
                <a:solidFill>
                  <a:schemeClr val="bg1"/>
                </a:solidFill>
              </a:rPr>
              <a:t>definición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4D5B152-0219-A953-5236-962E59F84F17}"/>
              </a:ext>
            </a:extLst>
          </p:cNvPr>
          <p:cNvSpPr txBox="1"/>
          <p:nvPr/>
        </p:nvSpPr>
        <p:spPr>
          <a:xfrm>
            <a:off x="2466270" y="4142096"/>
            <a:ext cx="5338511" cy="1055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Cosmovisión antigua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53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E6B25D-ED6B-6E60-F51B-AB9C4F494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¿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Cómo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surgieron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como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se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transmiten</a:t>
            </a:r>
            <a:r>
              <a:rPr lang="en-US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3018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aphic 38">
            <a:extLst>
              <a:ext uri="{FF2B5EF4-FFF2-40B4-BE49-F238E27FC236}">
                <a16:creationId xmlns:a16="http://schemas.microsoft.com/office/drawing/2014/main" id="{F0E417D8-88AA-4184-A08D-DEF97C6C9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85795" y="1690979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CB4E045-9FB0-41C4-AC74-479EA20D8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21C7A48-09EB-4AF0-84CB-7EE408C2C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6E5F32-B5B2-45E3-9C18-BBC9005C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545E68B-E61B-4EAE-9672-3A52AEC2B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6263" y="1119679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C398F0-6629-0ADC-85D2-182B1DC4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788" y="1397000"/>
            <a:ext cx="4502041" cy="30083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AR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Importancia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religiosa</a:t>
            </a:r>
          </a:p>
        </p:txBody>
      </p:sp>
      <p:sp>
        <p:nvSpPr>
          <p:cNvPr id="49" name="Graphic 212">
            <a:extLst>
              <a:ext uri="{FF2B5EF4-FFF2-40B4-BE49-F238E27FC236}">
                <a16:creationId xmlns:a16="http://schemas.microsoft.com/office/drawing/2014/main" id="{63DD1BD1-81FE-4F15-A934-E9AE94AE9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1" name="Graphic 212">
            <a:extLst>
              <a:ext uri="{FF2B5EF4-FFF2-40B4-BE49-F238E27FC236}">
                <a16:creationId xmlns:a16="http://schemas.microsoft.com/office/drawing/2014/main" id="{120AB9A0-C0C4-43DA-9A34-FA3A4079D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8815DD1-EC9D-4BE1-846B-8BEF57D3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B78D2B9-C9C4-4A37-A12C-A09FC1158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7" name="Graphic 4">
            <a:extLst>
              <a:ext uri="{FF2B5EF4-FFF2-40B4-BE49-F238E27FC236}">
                <a16:creationId xmlns:a16="http://schemas.microsoft.com/office/drawing/2014/main" id="{DFC7EBB5-848C-4B1C-BE84-4CF07E90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59707" y="3876466"/>
            <a:ext cx="1056155" cy="105615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F8315F3-A078-427A-92BE-34EC9E574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3DFAF5C-63B0-43FB-80BE-CC45D99F5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AD937F2-A44A-479C-A7EB-4EE7686A9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7834CC3-9461-418F-A593-FC09CD79B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D68AA1C-0667-46EE-A8BE-CAAA3EAF9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0F403B5-430A-450F-97C1-73160966C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B38EBB0-5161-46F3-83D7-D9F478B1A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7EDFA5-AD01-40BE-91A2-A0C178622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6E0C47E-FE2F-4A8C-942E-1026D02D3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A309DA7-4C25-40F5-AC21-DA06D9C98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290F5FA-D4BF-4264-A8E9-365566EC7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47FD6B5-9B47-4500-9D65-7BD217301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8CA06612-80DE-4467-A50C-0CB390D6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331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6528" y="642902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08F6B8-DDC9-422E-B241-3222341D7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5931" y="631672"/>
            <a:ext cx="5290997" cy="529099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0502" y="536920"/>
            <a:ext cx="5290997" cy="529099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3E2016-51E6-A21F-934F-5683EDA5A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4676" y="1479558"/>
            <a:ext cx="4339988" cy="25778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Protagonistas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14A1FA07-A873-4AB3-8D01-CFEEEA8CA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31C48F7-8F88-43DC-B1A6-2967CF5AF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666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B94201-FDCE-FA8A-C434-5B16E3FA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AR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Funciones de los mitos</a:t>
            </a: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3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986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7BCA6C-54DF-270C-9D24-1146707E2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534" y="1344304"/>
            <a:ext cx="7451678" cy="28437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AR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Diferencia entre mitos y leyendas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FD9405C-B9F7-6199-EE79-3DE3E25FEE72}"/>
              </a:ext>
            </a:extLst>
          </p:cNvPr>
          <p:cNvSpPr txBox="1"/>
          <p:nvPr/>
        </p:nvSpPr>
        <p:spPr>
          <a:xfrm>
            <a:off x="2886765" y="4414123"/>
            <a:ext cx="6418471" cy="14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65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EB54FE-D70D-2AA1-8F0B-91D7C8698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534" y="1344304"/>
            <a:ext cx="7451678" cy="28437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Mitología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74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9D309B2-DDE4-361F-3D12-468B9436A7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52" b="42769"/>
          <a:stretch/>
        </p:blipFill>
        <p:spPr bwMode="auto">
          <a:xfrm>
            <a:off x="-6588" y="10"/>
            <a:ext cx="1219858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873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DACBE3-1BFC-301C-9A1A-7D81B333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Familia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920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2B27F9-0357-E990-E613-7469EC7B8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67" y="540227"/>
            <a:ext cx="3711222" cy="556683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4251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505407D-2567-7EC2-90AB-C740EB38C7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38" t="32732" r="37203" b="17924"/>
          <a:stretch/>
        </p:blipFill>
        <p:spPr>
          <a:xfrm>
            <a:off x="1550301" y="891540"/>
            <a:ext cx="9141847" cy="50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59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5442897-97ED-B644-8769-FC1D1C19C6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33" b="2352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B7393267-E39D-717C-13FE-6B32517811E4}"/>
              </a:ext>
            </a:extLst>
          </p:cNvPr>
          <p:cNvSpPr/>
          <p:nvPr/>
        </p:nvSpPr>
        <p:spPr>
          <a:xfrm>
            <a:off x="3447757" y="1410152"/>
            <a:ext cx="1830095" cy="948037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9032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FA74ED-79DC-44D5-1104-C2F9A5EDD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510803"/>
            <a:ext cx="4069306" cy="53397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Orígenes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6140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caliope con las dos manos en alto en signo de dar una diyuntiva">
            <a:extLst>
              <a:ext uri="{FF2B5EF4-FFF2-40B4-BE49-F238E27FC236}">
                <a16:creationId xmlns:a16="http://schemas.microsoft.com/office/drawing/2014/main" id="{0A148865-E62E-2869-8396-688301728D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5" b="28755"/>
          <a:stretch/>
        </p:blipFill>
        <p:spPr bwMode="auto">
          <a:xfrm>
            <a:off x="-1504" y="0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74FA25A-917F-58B4-43B7-23C28424E9C1}"/>
              </a:ext>
            </a:extLst>
          </p:cNvPr>
          <p:cNvSpPr txBox="1"/>
          <p:nvPr/>
        </p:nvSpPr>
        <p:spPr>
          <a:xfrm>
            <a:off x="246376" y="3500564"/>
            <a:ext cx="3425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Una vida larga y tranquila</a:t>
            </a:r>
            <a:endParaRPr lang="es-AR" sz="2400" b="1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78A34F-5751-933A-E9D6-1ED56B1CBAD7}"/>
              </a:ext>
            </a:extLst>
          </p:cNvPr>
          <p:cNvSpPr txBox="1"/>
          <p:nvPr/>
        </p:nvSpPr>
        <p:spPr>
          <a:xfrm>
            <a:off x="9571704" y="3500564"/>
            <a:ext cx="2373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Corta y gloriosa</a:t>
            </a:r>
            <a:endParaRPr lang="es-AR" sz="2400" b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5693D6-CC1F-F72E-AA65-FA0E23CBF1EC}"/>
              </a:ext>
            </a:extLst>
          </p:cNvPr>
          <p:cNvSpPr txBox="1"/>
          <p:nvPr/>
        </p:nvSpPr>
        <p:spPr>
          <a:xfrm>
            <a:off x="575187" y="604684"/>
            <a:ext cx="2330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</a:rPr>
              <a:t>Caliope</a:t>
            </a:r>
            <a:endParaRPr lang="es-A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087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Rectangle 3078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1" name="Freeform: Shape 3080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4" name="Picture 2" descr="Aquiles: guía completa sobre el legendario guerrero - Cultura Genial">
            <a:extLst>
              <a:ext uri="{FF2B5EF4-FFF2-40B4-BE49-F238E27FC236}">
                <a16:creationId xmlns:a16="http://schemas.microsoft.com/office/drawing/2014/main" id="{78339626-E9C3-19B5-7075-B3CD5BA76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98944" y="643466"/>
            <a:ext cx="4536968" cy="556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3084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5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ECF35949-BF75-28E7-9225-0238F6CA68D8}"/>
              </a:ext>
            </a:extLst>
          </p:cNvPr>
          <p:cNvSpPr/>
          <p:nvPr/>
        </p:nvSpPr>
        <p:spPr>
          <a:xfrm>
            <a:off x="3672348" y="4041058"/>
            <a:ext cx="840658" cy="766916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04870F0-2648-9139-E520-BF32AF0A8131}"/>
              </a:ext>
            </a:extLst>
          </p:cNvPr>
          <p:cNvCxnSpPr/>
          <p:nvPr/>
        </p:nvCxnSpPr>
        <p:spPr>
          <a:xfrm flipV="1">
            <a:off x="4616245" y="3266768"/>
            <a:ext cx="2042652" cy="973393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DC80369-EB37-A253-A644-A077CDD927A7}"/>
              </a:ext>
            </a:extLst>
          </p:cNvPr>
          <p:cNvSpPr txBox="1"/>
          <p:nvPr/>
        </p:nvSpPr>
        <p:spPr>
          <a:xfrm>
            <a:off x="6843252" y="3082413"/>
            <a:ext cx="1308243" cy="369332"/>
          </a:xfrm>
          <a:prstGeom prst="rect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es-ES" dirty="0"/>
              <a:t>Punto débil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06077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29" name="Freeform: Shape 512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aquiles de niño desayunando tripas de leon, jabali y miel en tre tazones diferentes">
            <a:extLst>
              <a:ext uri="{FF2B5EF4-FFF2-40B4-BE49-F238E27FC236}">
                <a16:creationId xmlns:a16="http://schemas.microsoft.com/office/drawing/2014/main" id="{49FB2CCD-C2AE-B437-D4C1-96054243F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4012" y="1423846"/>
            <a:ext cx="4786453" cy="4786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31" name="Group 513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513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CFFDE198-52B2-C93E-BAC0-D9C0612D558A}"/>
              </a:ext>
            </a:extLst>
          </p:cNvPr>
          <p:cNvSpPr txBox="1"/>
          <p:nvPr/>
        </p:nvSpPr>
        <p:spPr>
          <a:xfrm>
            <a:off x="1384012" y="513347"/>
            <a:ext cx="53558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u="sng" dirty="0"/>
              <a:t>Aquiles desayunando:</a:t>
            </a:r>
            <a:endParaRPr lang="es-AR" sz="4000" b="1" u="sng" dirty="0"/>
          </a:p>
        </p:txBody>
      </p:sp>
    </p:spTree>
    <p:extLst>
      <p:ext uri="{BB962C8B-B14F-4D97-AF65-F5344CB8AC3E}">
        <p14:creationId xmlns:p14="http://schemas.microsoft.com/office/powerpoint/2010/main" val="2488620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B3389F-4AAF-84F2-9B3D-1158B044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Apariciones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3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190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Un león y su cachorro sobre una roca bajo el cielo">
            <a:extLst>
              <a:ext uri="{FF2B5EF4-FFF2-40B4-BE49-F238E27FC236}">
                <a16:creationId xmlns:a16="http://schemas.microsoft.com/office/drawing/2014/main" id="{F6F49F72-6027-9274-A4C8-5B6298300D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b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B23A612-3374-8997-0B31-C689605A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2"/>
            <a:ext cx="10515600" cy="29859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 err="1">
                <a:solidFill>
                  <a:srgbClr val="FFFFFF"/>
                </a:solidFill>
              </a:rPr>
              <a:t>Relación</a:t>
            </a:r>
            <a:r>
              <a:rPr lang="en-US" sz="4000" b="1" dirty="0">
                <a:solidFill>
                  <a:srgbClr val="FFFFFF"/>
                </a:solidFill>
              </a:rPr>
              <a:t> </a:t>
            </a:r>
            <a:r>
              <a:rPr lang="en-US" sz="4000" b="1" dirty="0" err="1">
                <a:solidFill>
                  <a:srgbClr val="FFFFFF"/>
                </a:solidFill>
              </a:rPr>
              <a:t>Aquiles</a:t>
            </a:r>
            <a:r>
              <a:rPr lang="en-US" sz="4000" b="1" dirty="0">
                <a:solidFill>
                  <a:srgbClr val="FFFFFF"/>
                </a:solidFill>
              </a:rPr>
              <a:t> </a:t>
            </a:r>
            <a:r>
              <a:rPr lang="en-US" sz="4000" b="1" dirty="0" err="1">
                <a:solidFill>
                  <a:srgbClr val="FFFFFF"/>
                </a:solidFill>
              </a:rPr>
              <a:t>Protoclo</a:t>
            </a:r>
            <a:endParaRPr lang="en-US" sz="4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295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DF21C4-4C0D-8040-CA08-E6D7F8648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510803"/>
            <a:ext cx="4069306" cy="29181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u="sng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Patroclo</a:t>
            </a:r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dirty="0">
                <a:solidFill>
                  <a:schemeClr val="bg1"/>
                </a:solidFill>
              </a:rPr>
              <a:t>P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rimo</a:t>
            </a:r>
            <a:b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Gran amigo</a:t>
            </a:r>
            <a:b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Mayor</a:t>
            </a:r>
            <a:b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2649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CDE021-1546-5E55-338B-E345072F6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534" y="1344304"/>
            <a:ext cx="7451678" cy="28437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10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</a:t>
            </a:r>
            <a:r>
              <a:rPr lang="en-US" sz="10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Paréntesis</a:t>
            </a:r>
            <a:r>
              <a:rPr lang="en-US" sz="10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97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figenia sorprendida diciéndome van a sacrificar?">
            <a:extLst>
              <a:ext uri="{FF2B5EF4-FFF2-40B4-BE49-F238E27FC236}">
                <a16:creationId xmlns:a16="http://schemas.microsoft.com/office/drawing/2014/main" id="{1F12E918-3C7B-C6F6-6A7E-EADCA4529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4157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201" name="Freeform: Shape 8200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194" name="Picture 2" descr="Dos héroes mitológicos, Aquiles y Hector,: vector de stock (libre de  regalías) 1428367475 | Shutterstock">
            <a:extLst>
              <a:ext uri="{FF2B5EF4-FFF2-40B4-BE49-F238E27FC236}">
                <a16:creationId xmlns:a16="http://schemas.microsoft.com/office/drawing/2014/main" id="{BF19EDD4-049C-338C-E2E1-2FC5542C70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62"/>
          <a:stretch/>
        </p:blipFill>
        <p:spPr bwMode="auto">
          <a:xfrm>
            <a:off x="643467" y="896860"/>
            <a:ext cx="7047923" cy="471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03" name="Group 8202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8204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05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1CBD8E6F-C56F-3D50-A357-ABB55A2B8BA0}"/>
              </a:ext>
            </a:extLst>
          </p:cNvPr>
          <p:cNvSpPr txBox="1"/>
          <p:nvPr/>
        </p:nvSpPr>
        <p:spPr>
          <a:xfrm>
            <a:off x="529389" y="593558"/>
            <a:ext cx="6452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u="sng" dirty="0"/>
              <a:t>Aquiles derrotando a signo, hijo de Poseidón:</a:t>
            </a:r>
            <a:endParaRPr lang="es-AR" sz="2400" b="1" u="sng" dirty="0"/>
          </a:p>
        </p:txBody>
      </p:sp>
    </p:spTree>
    <p:extLst>
      <p:ext uri="{BB962C8B-B14F-4D97-AF65-F5344CB8AC3E}">
        <p14:creationId xmlns:p14="http://schemas.microsoft.com/office/powerpoint/2010/main" val="1668070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218" name="Picture 2" descr="aquiles con griselda felices en el campamento de la guerra de troya">
            <a:extLst>
              <a:ext uri="{FF2B5EF4-FFF2-40B4-BE49-F238E27FC236}">
                <a16:creationId xmlns:a16="http://schemas.microsoft.com/office/drawing/2014/main" id="{16AE668C-E111-F872-FACD-6A8D3EDA99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7" b="2702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119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1" name="Freeform: Shape 3080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D4F0909-1444-66E1-CB94-8B95EBDCB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01524" y="643466"/>
            <a:ext cx="4731808" cy="556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3084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5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6C6FD46F-D187-F06E-61FE-CA4F9E59BBBB}"/>
              </a:ext>
            </a:extLst>
          </p:cNvPr>
          <p:cNvSpPr txBox="1"/>
          <p:nvPr/>
        </p:nvSpPr>
        <p:spPr>
          <a:xfrm>
            <a:off x="2006740" y="220583"/>
            <a:ext cx="4414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u="sng" dirty="0"/>
              <a:t>Héctor y Patroclo en combate:</a:t>
            </a:r>
          </a:p>
        </p:txBody>
      </p:sp>
    </p:spTree>
    <p:extLst>
      <p:ext uri="{BB962C8B-B14F-4D97-AF65-F5344CB8AC3E}">
        <p14:creationId xmlns:p14="http://schemas.microsoft.com/office/powerpoint/2010/main" val="1269795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 descr="aquiles saliendo de un rio seco arrastrandose">
            <a:extLst>
              <a:ext uri="{FF2B5EF4-FFF2-40B4-BE49-F238E27FC236}">
                <a16:creationId xmlns:a16="http://schemas.microsoft.com/office/drawing/2014/main" id="{8FAFC237-3732-8FF2-6B9F-266328425B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79" b="22582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924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4539A6-CFB0-6819-3B7A-7CDBCA215A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86" t="34620" r="44056" b="19064"/>
          <a:stretch/>
        </p:blipFill>
        <p:spPr>
          <a:xfrm>
            <a:off x="643467" y="888291"/>
            <a:ext cx="7047923" cy="507718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598711DE-8D34-DC8C-B14E-F6031B2B2E9C}"/>
              </a:ext>
            </a:extLst>
          </p:cNvPr>
          <p:cNvSpPr txBox="1"/>
          <p:nvPr/>
        </p:nvSpPr>
        <p:spPr>
          <a:xfrm>
            <a:off x="643467" y="426626"/>
            <a:ext cx="4293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u="sng" dirty="0"/>
              <a:t>Héctor y Aquiles en combate:</a:t>
            </a:r>
            <a:endParaRPr lang="es-AR" sz="2400" b="1" u="sng" dirty="0"/>
          </a:p>
        </p:txBody>
      </p:sp>
    </p:spTree>
    <p:extLst>
      <p:ext uri="{BB962C8B-B14F-4D97-AF65-F5344CB8AC3E}">
        <p14:creationId xmlns:p14="http://schemas.microsoft.com/office/powerpoint/2010/main" val="1357825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936A8E6-1170-99F1-6A58-F4CAD54A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Aquiles</a:t>
            </a:r>
            <a:r>
              <a:rPr lang="en-US" sz="7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vs Héctor</a:t>
            </a:r>
          </a:p>
        </p:txBody>
      </p:sp>
    </p:spTree>
    <p:extLst>
      <p:ext uri="{BB962C8B-B14F-4D97-AF65-F5344CB8AC3E}">
        <p14:creationId xmlns:p14="http://schemas.microsoft.com/office/powerpoint/2010/main" val="20579571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2" name="Rectangle 5131">
            <a:extLst>
              <a:ext uri="{FF2B5EF4-FFF2-40B4-BE49-F238E27FC236}">
                <a16:creationId xmlns:a16="http://schemas.microsoft.com/office/drawing/2014/main" id="{ED55A19D-297C-4231-AD1F-08EF9B4AA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EBAB6C56-3D38-4923-996E-BD474BBB9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2668" y="1090453"/>
            <a:ext cx="9465232" cy="5238271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20CD21DB-082D-417D-A5AB-FC838AF9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72668" y="1090453"/>
            <a:ext cx="9465232" cy="5238271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2A41DF88-A3ED-BDC0-F395-2057F69F9D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"/>
          <a:stretch/>
        </p:blipFill>
        <p:spPr bwMode="auto">
          <a:xfrm>
            <a:off x="1280667" y="677668"/>
            <a:ext cx="9630666" cy="5417250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8" name="Graphic 212">
            <a:extLst>
              <a:ext uri="{FF2B5EF4-FFF2-40B4-BE49-F238E27FC236}">
                <a16:creationId xmlns:a16="http://schemas.microsoft.com/office/drawing/2014/main" id="{7BD8AB83-2763-4392-B4B9-049CDF1F6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73609" y="168141"/>
            <a:ext cx="1009111" cy="100911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140" name="Graphic 212">
            <a:extLst>
              <a:ext uri="{FF2B5EF4-FFF2-40B4-BE49-F238E27FC236}">
                <a16:creationId xmlns:a16="http://schemas.microsoft.com/office/drawing/2014/main" id="{480F071C-C35C-4CE1-8EE5-8ED96E2F4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73609" y="168141"/>
            <a:ext cx="1009111" cy="100911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142" name="Oval 5141">
            <a:extLst>
              <a:ext uri="{FF2B5EF4-FFF2-40B4-BE49-F238E27FC236}">
                <a16:creationId xmlns:a16="http://schemas.microsoft.com/office/drawing/2014/main" id="{CD97FAB4-59E0-4E65-B50B-867B14D2A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460" y="4428611"/>
            <a:ext cx="565207" cy="56520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144" name="Oval 5143">
            <a:extLst>
              <a:ext uri="{FF2B5EF4-FFF2-40B4-BE49-F238E27FC236}">
                <a16:creationId xmlns:a16="http://schemas.microsoft.com/office/drawing/2014/main" id="{0D578F4B-2751-4FC2-8853-FAC5C5913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460" y="4428611"/>
            <a:ext cx="565207" cy="56520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50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B910E0-4EA0-16AA-1D4C-06CB42308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534" y="1344304"/>
            <a:ext cx="7451678" cy="28437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Hector:</a:t>
            </a:r>
            <a:br>
              <a:rPr lang="en-US" sz="4000" b="1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s-AR" sz="3200" dirty="0">
                <a:solidFill>
                  <a:schemeClr val="bg1"/>
                </a:solidFill>
              </a:rPr>
              <a:t>H</a:t>
            </a:r>
            <a:r>
              <a:rPr lang="es-AR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ermano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Paris</a:t>
            </a:r>
            <a:b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Principe de Troya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36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7319C4-5059-CA21-8B70-82D40C526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534" y="1344304"/>
            <a:ext cx="7451678" cy="28437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Troya=</a:t>
            </a:r>
            <a:r>
              <a:rPr lang="en-US" sz="88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Hetor</a:t>
            </a:r>
            <a:endParaRPr lang="en-US" sz="88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4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C80117-D372-37F5-C519-2FBD7145C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>
            <a:normAutofit/>
          </a:bodyPr>
          <a:lstStyle/>
          <a:p>
            <a:pPr algn="ctr"/>
            <a:r>
              <a:rPr lang="es-ES" sz="4000" b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“No hay pacto entre leones y hombres.”</a:t>
            </a:r>
            <a:endParaRPr lang="es-AR" sz="4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002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273" name="Freeform: Shape 11272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E860BFC2-156D-60E7-B415-396125401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841101"/>
            <a:ext cx="7047923" cy="31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275" name="Group 11274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1276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77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47AC0386-9506-8E25-8749-7C18F007EE70}"/>
              </a:ext>
            </a:extLst>
          </p:cNvPr>
          <p:cNvSpPr txBox="1"/>
          <p:nvPr/>
        </p:nvSpPr>
        <p:spPr>
          <a:xfrm>
            <a:off x="643467" y="844355"/>
            <a:ext cx="1710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u="sng" dirty="0"/>
              <a:t>Resultado:</a:t>
            </a:r>
            <a:endParaRPr lang="es-AR" sz="2400" b="1" u="sng" dirty="0"/>
          </a:p>
        </p:txBody>
      </p:sp>
    </p:spTree>
    <p:extLst>
      <p:ext uri="{BB962C8B-B14F-4D97-AF65-F5344CB8AC3E}">
        <p14:creationId xmlns:p14="http://schemas.microsoft.com/office/powerpoint/2010/main" val="911006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12294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297" name="Freeform: Shape 12296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972108F-EBA1-D87F-9612-73A6C9115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2194" y="643466"/>
            <a:ext cx="6830469" cy="556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99" name="Group 12298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2300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01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53520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63AED4-74C2-1F88-90B3-00866B82D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 Héctor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murió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¿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yo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también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puedo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91210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13318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321" name="Freeform: Shape 13320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061E4786-D082-67BF-E8F5-A06294FFB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75101"/>
            <a:ext cx="7047923" cy="530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323" name="Group 13322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3324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25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26169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AE72B0-C24B-49E8-CECC-15F692C00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510803"/>
            <a:ext cx="4069306" cy="53397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 la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guerra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sociedad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6354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53" name="Freeform: Shape 6152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Troya (Troy) - Agenda de Eventos de Guanajuato">
            <a:extLst>
              <a:ext uri="{FF2B5EF4-FFF2-40B4-BE49-F238E27FC236}">
                <a16:creationId xmlns:a16="http://schemas.microsoft.com/office/drawing/2014/main" id="{8772447A-954F-9C19-8DAE-936537772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16457" y="643466"/>
            <a:ext cx="3701943" cy="556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55" name="Group 6154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6156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7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0227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" name="Rectangle 1434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5" name="Rectangle 14344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82EC5053-27FC-0D6F-AE2F-6BF40FAAC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467" y="643467"/>
            <a:ext cx="55710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813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1536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369" name="Freeform: Shape 1536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362" name="Picture 2" descr="aquiles con cuerpo de hulk">
            <a:extLst>
              <a:ext uri="{FF2B5EF4-FFF2-40B4-BE49-F238E27FC236}">
                <a16:creationId xmlns:a16="http://schemas.microsoft.com/office/drawing/2014/main" id="{95C1CC1B-6757-E7D9-3A6E-FC6183FD6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4012" y="643466"/>
            <a:ext cx="5566833" cy="556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371" name="Group 1537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537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7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1866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6528" y="642902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08F6B8-DDC9-422E-B241-3222341D7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5931" y="631672"/>
            <a:ext cx="5290997" cy="529099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0502" y="536920"/>
            <a:ext cx="5290997" cy="529099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2403A6-A36C-DE08-C4F9-5A57FF87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4676" y="1479558"/>
            <a:ext cx="4339988" cy="25778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Bola de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furia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14A1FA07-A873-4AB3-8D01-CFEEEA8CA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662598"/>
            <a:ext cx="574267" cy="5742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31C48F7-8F88-43DC-B1A6-2967CF5AF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2901" y="4578041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50813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8D7D1E-1407-4D5B-9C80-E70D99362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5483" y="762552"/>
            <a:ext cx="5919334" cy="521433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4FD1BE-E333-402D-A2AF-8E2D7570F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15483" y="762552"/>
            <a:ext cx="5919334" cy="5214332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8088" y="658175"/>
            <a:ext cx="5919334" cy="5214332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6EF3F4-4CE8-66C5-3306-964BEFF3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1186940"/>
            <a:ext cx="5228230" cy="31318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Lado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humano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lado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guerrero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4763" y="252951"/>
            <a:ext cx="829613" cy="82961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EF7D4A3-132F-4989-B22B-25948794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4763" y="252951"/>
            <a:ext cx="829613" cy="82961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94957" y="4410821"/>
            <a:ext cx="414409" cy="414409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94EEEB0-E565-42CB-8299-2454D31F0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94957" y="4410821"/>
            <a:ext cx="414409" cy="414409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09122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09AD32ED-0125-5F18-136F-3446AFD3CC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7B3A94-755E-103A-F0C3-7246D995F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AR" sz="4000" b="1" dirty="0">
                <a:solidFill>
                  <a:schemeClr val="bg1"/>
                </a:solidFill>
              </a:rPr>
              <a:t>Sexualidad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9355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AC4EFB9-AC70-22CC-86C8-33E0CFFB54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9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8576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A2B60C0-DD07-5B36-A38B-94115AEB75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33" b="2352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CAC9C4A5-06BF-0F0A-BE9A-F6AD9B495765}"/>
              </a:ext>
            </a:extLst>
          </p:cNvPr>
          <p:cNvSpPr/>
          <p:nvPr/>
        </p:nvSpPr>
        <p:spPr>
          <a:xfrm>
            <a:off x="4634873" y="3094573"/>
            <a:ext cx="1830095" cy="948037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81521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D01A2B-6578-B07D-36B3-0E4595920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907" t="31398" r="47004" b="17850"/>
          <a:stretch/>
        </p:blipFill>
        <p:spPr>
          <a:xfrm>
            <a:off x="1149677" y="643466"/>
            <a:ext cx="6035502" cy="556683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03933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2F50EF-76F8-888C-4461-7B5EABA3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 conclusion </a:t>
            </a: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3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0334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A949EE-E2B6-D26E-2BC3-CD55D43F2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534" y="1344304"/>
            <a:ext cx="7451678" cy="28437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Era un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ciudadano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utópico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griego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560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B0BCF8-FABA-3293-6E2E-A06D387B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Bueno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eso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es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todo</a:t>
            </a: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0655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ura humana de madera">
            <a:extLst>
              <a:ext uri="{FF2B5EF4-FFF2-40B4-BE49-F238E27FC236}">
                <a16:creationId xmlns:a16="http://schemas.microsoft.com/office/drawing/2014/main" id="{50897AF1-F8C0-B145-0F2C-D4E0FA23E1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Freeform 12">
            <a:extLst>
              <a:ext uri="{FF2B5EF4-FFF2-40B4-BE49-F238E27FC236}">
                <a16:creationId xmlns:a16="http://schemas.microsoft.com/office/drawing/2014/main" id="{5625EBD2-B0F5-41AE-B3A7-8EC468264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1594" y="2311110"/>
            <a:ext cx="7028812" cy="2235780"/>
          </a:xfrm>
          <a:custGeom>
            <a:avLst/>
            <a:gdLst>
              <a:gd name="connsiteX0" fmla="*/ 0 w 8935452"/>
              <a:gd name="connsiteY0" fmla="*/ 0 h 3735526"/>
              <a:gd name="connsiteX1" fmla="*/ 8935452 w 8935452"/>
              <a:gd name="connsiteY1" fmla="*/ 0 h 3735526"/>
              <a:gd name="connsiteX2" fmla="*/ 8935452 w 8935452"/>
              <a:gd name="connsiteY2" fmla="*/ 3384463 h 3735526"/>
              <a:gd name="connsiteX3" fmla="*/ 4674433 w 8935452"/>
              <a:gd name="connsiteY3" fmla="*/ 3384463 h 3735526"/>
              <a:gd name="connsiteX4" fmla="*/ 4470816 w 8935452"/>
              <a:gd name="connsiteY4" fmla="*/ 3735526 h 3735526"/>
              <a:gd name="connsiteX5" fmla="*/ 4267200 w 8935452"/>
              <a:gd name="connsiteY5" fmla="*/ 3384463 h 3735526"/>
              <a:gd name="connsiteX6" fmla="*/ 0 w 8935452"/>
              <a:gd name="connsiteY6" fmla="*/ 3384463 h 373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35452" h="3735526">
                <a:moveTo>
                  <a:pt x="0" y="0"/>
                </a:moveTo>
                <a:lnTo>
                  <a:pt x="8935452" y="0"/>
                </a:lnTo>
                <a:lnTo>
                  <a:pt x="8935452" y="3384463"/>
                </a:lnTo>
                <a:lnTo>
                  <a:pt x="4674433" y="3384463"/>
                </a:lnTo>
                <a:lnTo>
                  <a:pt x="4470816" y="3735526"/>
                </a:lnTo>
                <a:lnTo>
                  <a:pt x="4267200" y="3384463"/>
                </a:lnTo>
                <a:lnTo>
                  <a:pt x="0" y="3384463"/>
                </a:lnTo>
                <a:close/>
              </a:path>
            </a:pathLst>
          </a:custGeom>
          <a:solidFill>
            <a:schemeClr val="bg2"/>
          </a:solidFill>
          <a:ln w="190500" cap="sq" cmpd="thinThick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34A31D-4C81-D4D7-504C-A17969D8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62" y="2486025"/>
            <a:ext cx="5857875" cy="1676400"/>
          </a:xfrm>
        </p:spPr>
        <p:txBody>
          <a:bodyPr>
            <a:normAutofit/>
          </a:bodyPr>
          <a:lstStyle/>
          <a:p>
            <a:pPr algn="ctr"/>
            <a:r>
              <a:rPr lang="es-ES" sz="5400" b="1" dirty="0">
                <a:solidFill>
                  <a:schemeClr val="tx2"/>
                </a:solidFill>
              </a:rPr>
              <a:t>¿Alguna pregunta?</a:t>
            </a:r>
            <a:endParaRPr lang="es-AR" sz="5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333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174</Words>
  <Application>Microsoft Office PowerPoint</Application>
  <PresentationFormat>Panorámica</PresentationFormat>
  <Paragraphs>48</Paragraphs>
  <Slides>52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57" baseType="lpstr">
      <vt:lpstr>Aptos</vt:lpstr>
      <vt:lpstr>Aptos Display</vt:lpstr>
      <vt:lpstr>Arial</vt:lpstr>
      <vt:lpstr>Calibri</vt:lpstr>
      <vt:lpstr>Tema de Office</vt:lpstr>
      <vt:lpstr>Aquiles</vt:lpstr>
      <vt:lpstr>Índice:</vt:lpstr>
      <vt:lpstr>Introducción </vt:lpstr>
      <vt:lpstr>Mitos: definición</vt:lpstr>
      <vt:lpstr>¿Cómo surgieron y como se transmiten?</vt:lpstr>
      <vt:lpstr>Importancia religiosa</vt:lpstr>
      <vt:lpstr>Protagonistas</vt:lpstr>
      <vt:lpstr>Funciones de los mitos</vt:lpstr>
      <vt:lpstr>Diferencia entre mitos y leyendas</vt:lpstr>
      <vt:lpstr>Mitología</vt:lpstr>
      <vt:lpstr>Presentación de PowerPoint</vt:lpstr>
      <vt:lpstr>Familia</vt:lpstr>
      <vt:lpstr>Presentación de PowerPoint</vt:lpstr>
      <vt:lpstr>Presentación de PowerPoint</vt:lpstr>
      <vt:lpstr>Presentación de PowerPoint</vt:lpstr>
      <vt:lpstr>Orígenes</vt:lpstr>
      <vt:lpstr>Presentación de PowerPoint</vt:lpstr>
      <vt:lpstr>Presentación de PowerPoint</vt:lpstr>
      <vt:lpstr>Presentación de PowerPoint</vt:lpstr>
      <vt:lpstr>Apariciones</vt:lpstr>
      <vt:lpstr>Relación Aquiles Protoclo</vt:lpstr>
      <vt:lpstr>Patroclo: Primo Gran amigo Mayor </vt:lpstr>
      <vt:lpstr>(Paréntesis)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Aquiles vs Héctor</vt:lpstr>
      <vt:lpstr>Presentación de PowerPoint</vt:lpstr>
      <vt:lpstr>Hector: Hermano de Paris Principe de Troya</vt:lpstr>
      <vt:lpstr>Troya=Hetor</vt:lpstr>
      <vt:lpstr>“No hay pacto entre leones y hombres.”</vt:lpstr>
      <vt:lpstr>Presentación de PowerPoint</vt:lpstr>
      <vt:lpstr>Presentación de PowerPoint</vt:lpstr>
      <vt:lpstr>Si Héctor murió, ¿yo también puedo?</vt:lpstr>
      <vt:lpstr>Presentación de PowerPoint</vt:lpstr>
      <vt:lpstr>En la guerra y en la sociedad</vt:lpstr>
      <vt:lpstr>Presentación de PowerPoint</vt:lpstr>
      <vt:lpstr>Presentación de PowerPoint</vt:lpstr>
      <vt:lpstr>Presentación de PowerPoint</vt:lpstr>
      <vt:lpstr>Bola de furia</vt:lpstr>
      <vt:lpstr>Lado humano y lado guerrero</vt:lpstr>
      <vt:lpstr>Sexualidad</vt:lpstr>
      <vt:lpstr>Presentación de PowerPoint</vt:lpstr>
      <vt:lpstr>Presentación de PowerPoint</vt:lpstr>
      <vt:lpstr>Presentación de PowerPoint</vt:lpstr>
      <vt:lpstr>En conclusion </vt:lpstr>
      <vt:lpstr>Era un ciudadano utópico griego</vt:lpstr>
      <vt:lpstr>Bueno eso es todo</vt:lpstr>
      <vt:lpstr>¿Alguna pregunta?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Aquiles</dc:title>
  <dc:creator>Joaquin rodriguez tortora</dc:creator>
  <cp:lastModifiedBy>Joaquin rodriguez tortora</cp:lastModifiedBy>
  <cp:revision>1</cp:revision>
  <dcterms:created xsi:type="dcterms:W3CDTF">2024-04-06T19:53:48Z</dcterms:created>
  <dcterms:modified xsi:type="dcterms:W3CDTF">2024-04-11T00:44:05Z</dcterms:modified>
</cp:coreProperties>
</file>