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559675" cy="10691813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838080" y="1929240"/>
            <a:ext cx="10515240" cy="42516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38080" y="1929240"/>
            <a:ext cx="10515240" cy="4251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1929240"/>
            <a:ext cx="5131080" cy="4251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6226200" y="1929240"/>
            <a:ext cx="5131080" cy="4251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The Hand Bold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929240"/>
            <a:ext cx="513108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26200" y="1929240"/>
            <a:ext cx="5131080" cy="4251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838080" y="4150080"/>
            <a:ext cx="513108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8080" y="1929240"/>
            <a:ext cx="5131080" cy="4251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26200" y="1929240"/>
            <a:ext cx="513108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226200" y="4150080"/>
            <a:ext cx="513108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929240"/>
            <a:ext cx="513108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26200" y="1929240"/>
            <a:ext cx="513108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838080" y="4150080"/>
            <a:ext cx="1051524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929240"/>
            <a:ext cx="1051524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838080" y="4150080"/>
            <a:ext cx="1051524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1929240"/>
            <a:ext cx="513108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226200" y="1929240"/>
            <a:ext cx="513108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838080" y="4150080"/>
            <a:ext cx="513108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226200" y="4150080"/>
            <a:ext cx="513108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38080" y="1929240"/>
            <a:ext cx="338580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393440" y="1929240"/>
            <a:ext cx="338580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7949160" y="1929240"/>
            <a:ext cx="338580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838080" y="4150080"/>
            <a:ext cx="338580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body"/>
          </p:nvPr>
        </p:nvSpPr>
        <p:spPr>
          <a:xfrm>
            <a:off x="4393440" y="4150080"/>
            <a:ext cx="338580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body"/>
          </p:nvPr>
        </p:nvSpPr>
        <p:spPr>
          <a:xfrm>
            <a:off x="7949160" y="4150080"/>
            <a:ext cx="338580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838080" y="1929240"/>
            <a:ext cx="10515240" cy="42516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929240"/>
            <a:ext cx="10515240" cy="4251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8080" y="1929240"/>
            <a:ext cx="5131080" cy="4251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226200" y="1929240"/>
            <a:ext cx="5131080" cy="4251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The Hand Bold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838080" y="1929240"/>
            <a:ext cx="513108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26200" y="1929240"/>
            <a:ext cx="5131080" cy="4251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838080" y="4150080"/>
            <a:ext cx="513108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838080" y="1929240"/>
            <a:ext cx="5131080" cy="4251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226200" y="1929240"/>
            <a:ext cx="513108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6226200" y="4150080"/>
            <a:ext cx="513108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838080" y="1929240"/>
            <a:ext cx="513108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6226200" y="1929240"/>
            <a:ext cx="513108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838080" y="4150080"/>
            <a:ext cx="1051524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838080" y="1929240"/>
            <a:ext cx="1051524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838080" y="4150080"/>
            <a:ext cx="1051524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838080" y="1929240"/>
            <a:ext cx="513108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6226200" y="1929240"/>
            <a:ext cx="513108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838080" y="4150080"/>
            <a:ext cx="513108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6226200" y="4150080"/>
            <a:ext cx="513108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838080" y="1929240"/>
            <a:ext cx="338580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4393440" y="1929240"/>
            <a:ext cx="338580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7949160" y="1929240"/>
            <a:ext cx="338580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838080" y="4150080"/>
            <a:ext cx="338580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body"/>
          </p:nvPr>
        </p:nvSpPr>
        <p:spPr>
          <a:xfrm>
            <a:off x="4393440" y="4150080"/>
            <a:ext cx="338580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 type="body"/>
          </p:nvPr>
        </p:nvSpPr>
        <p:spPr>
          <a:xfrm>
            <a:off x="7949160" y="4150080"/>
            <a:ext cx="3385800" cy="202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solidFill>
                <a:srgbClr val="000000"/>
              </a:solidFill>
              <a:latin typeface="The Hand Bold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/>
          <p:cNvSpPr/>
          <p:nvPr/>
        </p:nvSpPr>
        <p:spPr>
          <a:xfrm>
            <a:off x="838080" y="4736880"/>
            <a:ext cx="4243320" cy="27000"/>
          </a:xfrm>
          <a:custGeom>
            <a:avLst/>
            <a:gdLst/>
            <a:ahLst/>
            <a:cxnLst/>
            <a:rect l="l" t="t" r="r" b="b"/>
            <a:pathLst>
              <a:path w="4243589" h="27432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60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841320" y="448200"/>
            <a:ext cx="10515240" cy="406872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es-ES" sz="9600" b="0" strike="noStrike" spc="-1">
                <a:solidFill>
                  <a:srgbClr val="000000"/>
                </a:solidFill>
                <a:latin typeface="The Serif Hand Black"/>
              </a:rPr>
              <a:t>Click to edit Master title style</a:t>
            </a:r>
            <a:endParaRPr lang="es-ES" sz="96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DE9F0BD4-02B9-47EC-81B2-35C8719B7C3E}" type="datetime">
              <a:rPr lang="es-AR" sz="1600" b="0" strike="noStrike" spc="-1">
                <a:solidFill>
                  <a:srgbClr val="8B8B8B"/>
                </a:solidFill>
                <a:latin typeface="The Hand Bold"/>
              </a:rPr>
              <a:t>27/4/2024</a:t>
            </a:fld>
            <a:endParaRPr lang="es-AR" sz="16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s-AR" sz="24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6F8D8500-435E-4F0F-96E9-65DC4525D72B}" type="slidenum">
              <a:rPr lang="es-AR" sz="1600" b="0" strike="noStrike" spc="-1">
                <a:solidFill>
                  <a:srgbClr val="8B8B8B"/>
                </a:solidFill>
                <a:latin typeface="The Hand Bold"/>
              </a:rPr>
              <a:t>‹Nº›</a:t>
            </a:fld>
            <a:endParaRPr lang="es-AR" sz="1600" b="0" strike="noStrike" spc="-1"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strike="noStrike" spc="-1">
                <a:solidFill>
                  <a:srgbClr val="000000"/>
                </a:solidFill>
                <a:latin typeface="The Hand Bold"/>
              </a:rPr>
              <a:t>Pulse para editar el formato de esquema del texto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strike="noStrike" spc="-1">
                <a:solidFill>
                  <a:srgbClr val="000000"/>
                </a:solidFill>
                <a:latin typeface="The Hand Bold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rgbClr val="000000"/>
                </a:solidFill>
                <a:latin typeface="The Hand Bold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strike="noStrike" spc="-1">
                <a:solidFill>
                  <a:srgbClr val="000000"/>
                </a:solidFill>
                <a:latin typeface="The Hand Bold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rgbClr val="000000"/>
                </a:solidFill>
                <a:latin typeface="The Hand Bold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rgbClr val="000000"/>
                </a:solidFill>
                <a:latin typeface="The Hand Bold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rgbClr val="000000"/>
                </a:solidFill>
                <a:latin typeface="The Hand Bold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s-ES" sz="5400" b="0" strike="noStrike" spc="-1">
                <a:solidFill>
                  <a:srgbClr val="000000"/>
                </a:solidFill>
                <a:latin typeface="The Serif Hand Black"/>
              </a:rPr>
              <a:t>Click to edit Master title style</a:t>
            </a:r>
            <a:endParaRPr lang="es-ES" sz="54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8080" y="1929240"/>
            <a:ext cx="10515240" cy="4251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28600" indent="-22824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strike="noStrike" spc="-1">
                <a:solidFill>
                  <a:srgbClr val="000000"/>
                </a:solidFill>
                <a:latin typeface="The Hand Bold"/>
              </a:rPr>
              <a:t>Click to edit Master text styles</a:t>
            </a:r>
          </a:p>
          <a:p>
            <a:pPr marL="685800" lvl="1" indent="-22824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strike="noStrike" spc="-1">
                <a:solidFill>
                  <a:srgbClr val="000000"/>
                </a:solidFill>
                <a:latin typeface="The Hand Bold"/>
              </a:rPr>
              <a:t>Second level</a:t>
            </a:r>
          </a:p>
          <a:p>
            <a:pPr marL="1143000" lvl="2" indent="-22824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strike="noStrike" spc="-1">
                <a:solidFill>
                  <a:srgbClr val="000000"/>
                </a:solidFill>
                <a:latin typeface="The Hand Bold"/>
              </a:rPr>
              <a:t>Third level</a:t>
            </a:r>
          </a:p>
          <a:p>
            <a:pPr marL="1600200" lvl="3" indent="-22824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strike="noStrike" spc="-1">
                <a:solidFill>
                  <a:srgbClr val="000000"/>
                </a:solidFill>
                <a:latin typeface="The Hand Bold"/>
              </a:rPr>
              <a:t>Fourth level</a:t>
            </a:r>
          </a:p>
          <a:p>
            <a:pPr marL="2057400" lvl="4" indent="-22824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strike="noStrike" spc="-1">
                <a:solidFill>
                  <a:srgbClr val="000000"/>
                </a:solidFill>
                <a:latin typeface="The Hand Bold"/>
              </a:rPr>
              <a:t>Fifth level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DD120A23-8230-4FB8-BED7-C9DB7B11F37A}" type="datetime">
              <a:rPr lang="es-AR" sz="1600" b="0" strike="noStrike" spc="-1">
                <a:solidFill>
                  <a:srgbClr val="8B8B8B"/>
                </a:solidFill>
                <a:latin typeface="The Hand Bold"/>
              </a:rPr>
              <a:t>27/4/2024</a:t>
            </a:fld>
            <a:endParaRPr lang="es-AR" sz="1600" b="0" strike="noStrike" spc="-1"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s-AR" sz="2400" b="0" strike="noStrike" spc="-1"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EE28842-6EDD-4C4C-84F2-7CBF5E7DA5FF}" type="slidenum">
              <a:rPr lang="es-AR" sz="1600" b="0" strike="noStrike" spc="-1">
                <a:solidFill>
                  <a:srgbClr val="8B8B8B"/>
                </a:solidFill>
                <a:latin typeface="The Hand Bold"/>
              </a:rPr>
              <a:t>‹Nº›</a:t>
            </a:fld>
            <a:endParaRPr lang="es-AR" sz="1600" b="0" strike="noStrike" spc="-1">
              <a:latin typeface="Times New Roman"/>
            </a:endParaRPr>
          </a:p>
        </p:txBody>
      </p:sp>
      <p:sp>
        <p:nvSpPr>
          <p:cNvPr id="47" name="CustomShape 6"/>
          <p:cNvSpPr/>
          <p:nvPr/>
        </p:nvSpPr>
        <p:spPr>
          <a:xfrm>
            <a:off x="838080" y="1710000"/>
            <a:ext cx="10515240" cy="27000"/>
          </a:xfrm>
          <a:custGeom>
            <a:avLst/>
            <a:gdLst/>
            <a:ahLst/>
            <a:cxnLst/>
            <a:rect l="l" t="t" r="r" b="b"/>
            <a:pathLst>
              <a:path w="10515600" h="27432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60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5" name="Picture 2"/>
          <p:cNvPicPr/>
          <p:nvPr/>
        </p:nvPicPr>
        <p:blipFill>
          <a:blip r:embed="rId2"/>
          <a:srcRect t="9053" r="6" b="6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</p:pic>
      <p:sp>
        <p:nvSpPr>
          <p:cNvPr id="86" name="TextShape 2"/>
          <p:cNvSpPr txBox="1"/>
          <p:nvPr/>
        </p:nvSpPr>
        <p:spPr>
          <a:xfrm>
            <a:off x="1523880" y="1122480"/>
            <a:ext cx="9143640" cy="306288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 fontScale="37000"/>
          </a:bodyPr>
          <a:lstStyle/>
          <a:p>
            <a:pPr algn="ctr">
              <a:lnSpc>
                <a:spcPct val="90000"/>
              </a:lnSpc>
            </a:pPr>
            <a:r>
              <a:rPr lang="es-ES" sz="8400" b="0" strike="noStrike" spc="-1">
                <a:solidFill>
                  <a:srgbClr val="FFFFFF"/>
                </a:solidFill>
                <a:latin typeface="The Serif Hand Black"/>
              </a:rPr>
              <a:t>Análisis literario de: </a:t>
            </a:r>
            <a:br/>
            <a:r>
              <a:rPr lang="es-ES" sz="8400" b="0" strike="noStrike" spc="-1">
                <a:solidFill>
                  <a:srgbClr val="FFFFFF"/>
                </a:solidFill>
                <a:latin typeface="The Serif Hand Black"/>
              </a:rPr>
              <a:t>"No soy malo, soy una herramienta"</a:t>
            </a:r>
            <a:endParaRPr lang="es-ES" sz="84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87" name="CustomShape 3"/>
          <p:cNvSpPr/>
          <p:nvPr/>
        </p:nvSpPr>
        <p:spPr>
          <a:xfrm>
            <a:off x="3974040" y="4368600"/>
            <a:ext cx="4243320" cy="27000"/>
          </a:xfrm>
          <a:custGeom>
            <a:avLst/>
            <a:gdLst/>
            <a:ahLst/>
            <a:cxnLst/>
            <a:rect l="l" t="t" r="r" b="b"/>
            <a:pathLst>
              <a:path w="4243589" h="27432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60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" name="CustomShape 2"/>
          <p:cNvSpPr/>
          <p:nvPr/>
        </p:nvSpPr>
        <p:spPr>
          <a:xfrm>
            <a:off x="575640" y="493920"/>
            <a:ext cx="11040480" cy="5721840"/>
          </a:xfrm>
          <a:custGeom>
            <a:avLst/>
            <a:gdLst/>
            <a:ahLst/>
            <a:cxnLst/>
            <a:rect l="l" t="t" r="r" b="b"/>
            <a:pathLst>
              <a:path w="11040872" h="5722227">
                <a:moveTo>
                  <a:pt x="0" y="594482"/>
                </a:moveTo>
                <a:cubicBezTo>
                  <a:pt x="15746" y="210853"/>
                  <a:pt x="238566" y="-49047"/>
                  <a:pt x="594482" y="0"/>
                </a:cubicBezTo>
                <a:cubicBezTo>
                  <a:pt x="794518" y="-29056"/>
                  <a:pt x="1056835" y="31998"/>
                  <a:pt x="1448314" y="0"/>
                </a:cubicBezTo>
                <a:cubicBezTo>
                  <a:pt x="1839793" y="-31998"/>
                  <a:pt x="1717857" y="10568"/>
                  <a:pt x="1908070" y="0"/>
                </a:cubicBezTo>
                <a:cubicBezTo>
                  <a:pt x="2098283" y="-10568"/>
                  <a:pt x="2377757" y="-10377"/>
                  <a:pt x="2564864" y="0"/>
                </a:cubicBezTo>
                <a:cubicBezTo>
                  <a:pt x="2751971" y="10377"/>
                  <a:pt x="3048766" y="25570"/>
                  <a:pt x="3320177" y="0"/>
                </a:cubicBezTo>
                <a:cubicBezTo>
                  <a:pt x="3591588" y="-25570"/>
                  <a:pt x="3890997" y="-35762"/>
                  <a:pt x="4174009" y="0"/>
                </a:cubicBezTo>
                <a:cubicBezTo>
                  <a:pt x="4457021" y="35762"/>
                  <a:pt x="4687341" y="20239"/>
                  <a:pt x="4929322" y="0"/>
                </a:cubicBezTo>
                <a:cubicBezTo>
                  <a:pt x="5171303" y="-20239"/>
                  <a:pt x="5520807" y="-10743"/>
                  <a:pt x="5783154" y="0"/>
                </a:cubicBezTo>
                <a:cubicBezTo>
                  <a:pt x="6045501" y="10743"/>
                  <a:pt x="6171473" y="-14245"/>
                  <a:pt x="6538466" y="0"/>
                </a:cubicBezTo>
                <a:cubicBezTo>
                  <a:pt x="6905459" y="14245"/>
                  <a:pt x="6859386" y="-15798"/>
                  <a:pt x="6998222" y="0"/>
                </a:cubicBezTo>
                <a:cubicBezTo>
                  <a:pt x="7137058" y="15798"/>
                  <a:pt x="7493034" y="17684"/>
                  <a:pt x="7753535" y="0"/>
                </a:cubicBezTo>
                <a:cubicBezTo>
                  <a:pt x="8014036" y="-17684"/>
                  <a:pt x="8093734" y="-5742"/>
                  <a:pt x="8311810" y="0"/>
                </a:cubicBezTo>
                <a:cubicBezTo>
                  <a:pt x="8529886" y="5742"/>
                  <a:pt x="8549001" y="8497"/>
                  <a:pt x="8771566" y="0"/>
                </a:cubicBezTo>
                <a:cubicBezTo>
                  <a:pt x="8994131" y="-8497"/>
                  <a:pt x="8987828" y="-849"/>
                  <a:pt x="9132802" y="0"/>
                </a:cubicBezTo>
                <a:cubicBezTo>
                  <a:pt x="9277776" y="849"/>
                  <a:pt x="9415114" y="-11551"/>
                  <a:pt x="9592558" y="0"/>
                </a:cubicBezTo>
                <a:cubicBezTo>
                  <a:pt x="9770002" y="11551"/>
                  <a:pt x="10181650" y="-41772"/>
                  <a:pt x="10446390" y="0"/>
                </a:cubicBezTo>
                <a:cubicBezTo>
                  <a:pt x="10835046" y="-41554"/>
                  <a:pt x="11056788" y="252696"/>
                  <a:pt x="11040872" y="594482"/>
                </a:cubicBezTo>
                <a:cubicBezTo>
                  <a:pt x="11043504" y="949757"/>
                  <a:pt x="11021866" y="1151453"/>
                  <a:pt x="11040872" y="1332756"/>
                </a:cubicBezTo>
                <a:cubicBezTo>
                  <a:pt x="11059878" y="1514059"/>
                  <a:pt x="11068100" y="1802860"/>
                  <a:pt x="11040872" y="2071031"/>
                </a:cubicBezTo>
                <a:cubicBezTo>
                  <a:pt x="11013644" y="2339203"/>
                  <a:pt x="11032418" y="2442705"/>
                  <a:pt x="11040872" y="2627974"/>
                </a:cubicBezTo>
                <a:cubicBezTo>
                  <a:pt x="11049326" y="2813243"/>
                  <a:pt x="11063609" y="3012513"/>
                  <a:pt x="11040872" y="3366249"/>
                </a:cubicBezTo>
                <a:cubicBezTo>
                  <a:pt x="11018135" y="3719985"/>
                  <a:pt x="11016901" y="3727349"/>
                  <a:pt x="11040872" y="3923192"/>
                </a:cubicBezTo>
                <a:cubicBezTo>
                  <a:pt x="11064843" y="4119035"/>
                  <a:pt x="11006950" y="4790605"/>
                  <a:pt x="11040872" y="5127745"/>
                </a:cubicBezTo>
                <a:cubicBezTo>
                  <a:pt x="11056495" y="5431543"/>
                  <a:pt x="10805033" y="5712114"/>
                  <a:pt x="10446390" y="5722227"/>
                </a:cubicBezTo>
                <a:cubicBezTo>
                  <a:pt x="10354097" y="5715080"/>
                  <a:pt x="10214750" y="5743729"/>
                  <a:pt x="9986634" y="5722227"/>
                </a:cubicBezTo>
                <a:cubicBezTo>
                  <a:pt x="9758518" y="5700725"/>
                  <a:pt x="9314174" y="5689111"/>
                  <a:pt x="9132802" y="5722227"/>
                </a:cubicBezTo>
                <a:cubicBezTo>
                  <a:pt x="8951430" y="5755343"/>
                  <a:pt x="8857182" y="5714580"/>
                  <a:pt x="8771566" y="5722227"/>
                </a:cubicBezTo>
                <a:cubicBezTo>
                  <a:pt x="8685950" y="5729874"/>
                  <a:pt x="8346042" y="5748953"/>
                  <a:pt x="8114772" y="5722227"/>
                </a:cubicBezTo>
                <a:cubicBezTo>
                  <a:pt x="7883502" y="5695501"/>
                  <a:pt x="7746868" y="5746487"/>
                  <a:pt x="7556497" y="5722227"/>
                </a:cubicBezTo>
                <a:cubicBezTo>
                  <a:pt x="7366127" y="5697967"/>
                  <a:pt x="7202924" y="5748709"/>
                  <a:pt x="6998222" y="5722227"/>
                </a:cubicBezTo>
                <a:cubicBezTo>
                  <a:pt x="6793521" y="5695745"/>
                  <a:pt x="6669169" y="5749243"/>
                  <a:pt x="6439947" y="5722227"/>
                </a:cubicBezTo>
                <a:cubicBezTo>
                  <a:pt x="6210725" y="5695211"/>
                  <a:pt x="6188382" y="5721246"/>
                  <a:pt x="6078711" y="5722227"/>
                </a:cubicBezTo>
                <a:cubicBezTo>
                  <a:pt x="5969040" y="5723208"/>
                  <a:pt x="5527862" y="5683728"/>
                  <a:pt x="5224879" y="5722227"/>
                </a:cubicBezTo>
                <a:cubicBezTo>
                  <a:pt x="4921896" y="5760726"/>
                  <a:pt x="4729422" y="5692801"/>
                  <a:pt x="4371047" y="5722227"/>
                </a:cubicBezTo>
                <a:cubicBezTo>
                  <a:pt x="4012672" y="5751653"/>
                  <a:pt x="4105017" y="5723347"/>
                  <a:pt x="4009810" y="5722227"/>
                </a:cubicBezTo>
                <a:cubicBezTo>
                  <a:pt x="3914603" y="5721107"/>
                  <a:pt x="3645009" y="5723324"/>
                  <a:pt x="3550054" y="5722227"/>
                </a:cubicBezTo>
                <a:cubicBezTo>
                  <a:pt x="3455099" y="5721130"/>
                  <a:pt x="3124597" y="5727159"/>
                  <a:pt x="2893261" y="5722227"/>
                </a:cubicBezTo>
                <a:cubicBezTo>
                  <a:pt x="2661925" y="5717295"/>
                  <a:pt x="2343077" y="5701539"/>
                  <a:pt x="2137948" y="5722227"/>
                </a:cubicBezTo>
                <a:cubicBezTo>
                  <a:pt x="1932819" y="5742915"/>
                  <a:pt x="1693233" y="5733214"/>
                  <a:pt x="1579673" y="5722227"/>
                </a:cubicBezTo>
                <a:cubicBezTo>
                  <a:pt x="1466114" y="5711240"/>
                  <a:pt x="1044435" y="5724184"/>
                  <a:pt x="594482" y="5722227"/>
                </a:cubicBezTo>
                <a:cubicBezTo>
                  <a:pt x="328734" y="5686479"/>
                  <a:pt x="-66657" y="5424823"/>
                  <a:pt x="0" y="5127745"/>
                </a:cubicBezTo>
                <a:cubicBezTo>
                  <a:pt x="-35087" y="4972394"/>
                  <a:pt x="-19370" y="4652638"/>
                  <a:pt x="0" y="4389471"/>
                </a:cubicBezTo>
                <a:cubicBezTo>
                  <a:pt x="19370" y="4126304"/>
                  <a:pt x="-21113" y="3933106"/>
                  <a:pt x="0" y="3787194"/>
                </a:cubicBezTo>
                <a:cubicBezTo>
                  <a:pt x="21113" y="3641282"/>
                  <a:pt x="19216" y="3402544"/>
                  <a:pt x="0" y="3139585"/>
                </a:cubicBezTo>
                <a:cubicBezTo>
                  <a:pt x="-19216" y="2876626"/>
                  <a:pt x="-14413" y="2787638"/>
                  <a:pt x="0" y="2582642"/>
                </a:cubicBezTo>
                <a:cubicBezTo>
                  <a:pt x="14413" y="2377646"/>
                  <a:pt x="33464" y="2134599"/>
                  <a:pt x="0" y="1844367"/>
                </a:cubicBezTo>
                <a:cubicBezTo>
                  <a:pt x="-33464" y="1554136"/>
                  <a:pt x="25477" y="1493251"/>
                  <a:pt x="0" y="1332756"/>
                </a:cubicBezTo>
                <a:cubicBezTo>
                  <a:pt x="-25477" y="1172261"/>
                  <a:pt x="17540" y="876667"/>
                  <a:pt x="0" y="594482"/>
                </a:cubicBezTo>
                <a:close/>
                <a:moveTo>
                  <a:pt x="0" y="594482"/>
                </a:moveTo>
                <a:cubicBezTo>
                  <a:pt x="-37935" y="242760"/>
                  <a:pt x="194077" y="27054"/>
                  <a:pt x="594482" y="0"/>
                </a:cubicBezTo>
                <a:cubicBezTo>
                  <a:pt x="773932" y="-24550"/>
                  <a:pt x="1057890" y="25913"/>
                  <a:pt x="1448314" y="0"/>
                </a:cubicBezTo>
                <a:cubicBezTo>
                  <a:pt x="1838738" y="-25913"/>
                  <a:pt x="1797328" y="9502"/>
                  <a:pt x="2006589" y="0"/>
                </a:cubicBezTo>
                <a:cubicBezTo>
                  <a:pt x="2215851" y="-9502"/>
                  <a:pt x="2305839" y="-2636"/>
                  <a:pt x="2466345" y="0"/>
                </a:cubicBezTo>
                <a:cubicBezTo>
                  <a:pt x="2626851" y="2636"/>
                  <a:pt x="3037147" y="20740"/>
                  <a:pt x="3221657" y="0"/>
                </a:cubicBezTo>
                <a:cubicBezTo>
                  <a:pt x="3406167" y="-20740"/>
                  <a:pt x="3611889" y="-6653"/>
                  <a:pt x="3779932" y="0"/>
                </a:cubicBezTo>
                <a:cubicBezTo>
                  <a:pt x="3947975" y="6653"/>
                  <a:pt x="4422439" y="33567"/>
                  <a:pt x="4633764" y="0"/>
                </a:cubicBezTo>
                <a:cubicBezTo>
                  <a:pt x="4845089" y="-33567"/>
                  <a:pt x="4901367" y="-8717"/>
                  <a:pt x="5093520" y="0"/>
                </a:cubicBezTo>
                <a:cubicBezTo>
                  <a:pt x="5285673" y="8717"/>
                  <a:pt x="5570621" y="653"/>
                  <a:pt x="5947352" y="0"/>
                </a:cubicBezTo>
                <a:cubicBezTo>
                  <a:pt x="6324083" y="-653"/>
                  <a:pt x="6209930" y="13850"/>
                  <a:pt x="6308589" y="0"/>
                </a:cubicBezTo>
                <a:cubicBezTo>
                  <a:pt x="6407248" y="-13850"/>
                  <a:pt x="6752695" y="30990"/>
                  <a:pt x="6965383" y="0"/>
                </a:cubicBezTo>
                <a:cubicBezTo>
                  <a:pt x="7178071" y="-30990"/>
                  <a:pt x="7443480" y="-17327"/>
                  <a:pt x="7622176" y="0"/>
                </a:cubicBezTo>
                <a:cubicBezTo>
                  <a:pt x="7800872" y="17327"/>
                  <a:pt x="7990906" y="27729"/>
                  <a:pt x="8180451" y="0"/>
                </a:cubicBezTo>
                <a:cubicBezTo>
                  <a:pt x="8369996" y="-27729"/>
                  <a:pt x="8845868" y="-13192"/>
                  <a:pt x="9034283" y="0"/>
                </a:cubicBezTo>
                <a:cubicBezTo>
                  <a:pt x="9222698" y="13192"/>
                  <a:pt x="9517603" y="-10499"/>
                  <a:pt x="9888115" y="0"/>
                </a:cubicBezTo>
                <a:cubicBezTo>
                  <a:pt x="10258627" y="10499"/>
                  <a:pt x="10316781" y="14930"/>
                  <a:pt x="10446390" y="0"/>
                </a:cubicBezTo>
                <a:cubicBezTo>
                  <a:pt x="10718440" y="-53019"/>
                  <a:pt x="11013962" y="225931"/>
                  <a:pt x="11040872" y="594482"/>
                </a:cubicBezTo>
                <a:cubicBezTo>
                  <a:pt x="11043451" y="904574"/>
                  <a:pt x="11020776" y="1089158"/>
                  <a:pt x="11040872" y="1287424"/>
                </a:cubicBezTo>
                <a:cubicBezTo>
                  <a:pt x="11060968" y="1485690"/>
                  <a:pt x="11051926" y="1673788"/>
                  <a:pt x="11040872" y="1799035"/>
                </a:cubicBezTo>
                <a:cubicBezTo>
                  <a:pt x="11029818" y="1924282"/>
                  <a:pt x="11054623" y="2135970"/>
                  <a:pt x="11040872" y="2355978"/>
                </a:cubicBezTo>
                <a:cubicBezTo>
                  <a:pt x="11027121" y="2575986"/>
                  <a:pt x="11013030" y="2749477"/>
                  <a:pt x="11040872" y="3094253"/>
                </a:cubicBezTo>
                <a:cubicBezTo>
                  <a:pt x="11068714" y="3439030"/>
                  <a:pt x="11029506" y="3525085"/>
                  <a:pt x="11040872" y="3741862"/>
                </a:cubicBezTo>
                <a:cubicBezTo>
                  <a:pt x="11052238" y="3958639"/>
                  <a:pt x="11021397" y="4116679"/>
                  <a:pt x="11040872" y="4298805"/>
                </a:cubicBezTo>
                <a:cubicBezTo>
                  <a:pt x="11060347" y="4480931"/>
                  <a:pt x="11022539" y="4900124"/>
                  <a:pt x="11040872" y="5127745"/>
                </a:cubicBezTo>
                <a:cubicBezTo>
                  <a:pt x="10974688" y="5452322"/>
                  <a:pt x="10793932" y="5738773"/>
                  <a:pt x="10446390" y="5722227"/>
                </a:cubicBezTo>
                <a:cubicBezTo>
                  <a:pt x="10272062" y="5749271"/>
                  <a:pt x="10063650" y="5719054"/>
                  <a:pt x="9789596" y="5722227"/>
                </a:cubicBezTo>
                <a:cubicBezTo>
                  <a:pt x="9515542" y="5725400"/>
                  <a:pt x="9521222" y="5705365"/>
                  <a:pt x="9329840" y="5722227"/>
                </a:cubicBezTo>
                <a:cubicBezTo>
                  <a:pt x="9138458" y="5739089"/>
                  <a:pt x="8905417" y="5705714"/>
                  <a:pt x="8574527" y="5722227"/>
                </a:cubicBezTo>
                <a:cubicBezTo>
                  <a:pt x="8243637" y="5738740"/>
                  <a:pt x="8277624" y="5741955"/>
                  <a:pt x="8114772" y="5722227"/>
                </a:cubicBezTo>
                <a:cubicBezTo>
                  <a:pt x="7951921" y="5702499"/>
                  <a:pt x="7640420" y="5738357"/>
                  <a:pt x="7359459" y="5722227"/>
                </a:cubicBezTo>
                <a:cubicBezTo>
                  <a:pt x="7078498" y="5706097"/>
                  <a:pt x="7122500" y="5736206"/>
                  <a:pt x="6998222" y="5722227"/>
                </a:cubicBezTo>
                <a:cubicBezTo>
                  <a:pt x="6873944" y="5708248"/>
                  <a:pt x="6584762" y="5737766"/>
                  <a:pt x="6242909" y="5722227"/>
                </a:cubicBezTo>
                <a:cubicBezTo>
                  <a:pt x="5901056" y="5706688"/>
                  <a:pt x="5911118" y="5710812"/>
                  <a:pt x="5783154" y="5722227"/>
                </a:cubicBezTo>
                <a:cubicBezTo>
                  <a:pt x="5655191" y="5733642"/>
                  <a:pt x="5585023" y="5732166"/>
                  <a:pt x="5421917" y="5722227"/>
                </a:cubicBezTo>
                <a:cubicBezTo>
                  <a:pt x="5258811" y="5712288"/>
                  <a:pt x="5178725" y="5705468"/>
                  <a:pt x="4962161" y="5722227"/>
                </a:cubicBezTo>
                <a:cubicBezTo>
                  <a:pt x="4745597" y="5738986"/>
                  <a:pt x="4430318" y="5744224"/>
                  <a:pt x="4206848" y="5722227"/>
                </a:cubicBezTo>
                <a:cubicBezTo>
                  <a:pt x="3983378" y="5700230"/>
                  <a:pt x="3911697" y="5735058"/>
                  <a:pt x="3747093" y="5722227"/>
                </a:cubicBezTo>
                <a:cubicBezTo>
                  <a:pt x="3582489" y="5709396"/>
                  <a:pt x="3545682" y="5704593"/>
                  <a:pt x="3385856" y="5722227"/>
                </a:cubicBezTo>
                <a:cubicBezTo>
                  <a:pt x="3226030" y="5739861"/>
                  <a:pt x="3029507" y="5730116"/>
                  <a:pt x="2926100" y="5722227"/>
                </a:cubicBezTo>
                <a:cubicBezTo>
                  <a:pt x="2822693" y="5714338"/>
                  <a:pt x="2554822" y="5699610"/>
                  <a:pt x="2367825" y="5722227"/>
                </a:cubicBezTo>
                <a:cubicBezTo>
                  <a:pt x="2180829" y="5744844"/>
                  <a:pt x="2002855" y="5738254"/>
                  <a:pt x="1711032" y="5722227"/>
                </a:cubicBezTo>
                <a:cubicBezTo>
                  <a:pt x="1419209" y="5706200"/>
                  <a:pt x="1407274" y="5738383"/>
                  <a:pt x="1251276" y="5722227"/>
                </a:cubicBezTo>
                <a:cubicBezTo>
                  <a:pt x="1095278" y="5706071"/>
                  <a:pt x="872658" y="5717760"/>
                  <a:pt x="594482" y="5722227"/>
                </a:cubicBezTo>
                <a:cubicBezTo>
                  <a:pt x="253293" y="5699246"/>
                  <a:pt x="-22323" y="5466443"/>
                  <a:pt x="0" y="5127745"/>
                </a:cubicBezTo>
                <a:cubicBezTo>
                  <a:pt x="-23138" y="4892853"/>
                  <a:pt x="-21399" y="4758867"/>
                  <a:pt x="0" y="4616134"/>
                </a:cubicBezTo>
                <a:cubicBezTo>
                  <a:pt x="21399" y="4473401"/>
                  <a:pt x="-2392" y="4140718"/>
                  <a:pt x="0" y="4013858"/>
                </a:cubicBezTo>
                <a:cubicBezTo>
                  <a:pt x="2392" y="3886998"/>
                  <a:pt x="-9073" y="3524231"/>
                  <a:pt x="0" y="3320916"/>
                </a:cubicBezTo>
                <a:cubicBezTo>
                  <a:pt x="9073" y="3117601"/>
                  <a:pt x="-20614" y="2922972"/>
                  <a:pt x="0" y="2763972"/>
                </a:cubicBezTo>
                <a:cubicBezTo>
                  <a:pt x="20614" y="2604972"/>
                  <a:pt x="5751" y="2418545"/>
                  <a:pt x="0" y="2116363"/>
                </a:cubicBezTo>
                <a:cubicBezTo>
                  <a:pt x="-5751" y="1814181"/>
                  <a:pt x="-23336" y="1771268"/>
                  <a:pt x="0" y="1604752"/>
                </a:cubicBezTo>
                <a:cubicBezTo>
                  <a:pt x="23336" y="1438236"/>
                  <a:pt x="-35446" y="1063211"/>
                  <a:pt x="0" y="594482"/>
                </a:cubicBezTo>
                <a:close/>
              </a:path>
            </a:pathLst>
          </a:custGeom>
          <a:ln w="25560">
            <a:solidFill>
              <a:srgbClr val="B69E7A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0" name="TextShape 3"/>
          <p:cNvSpPr txBox="1"/>
          <p:nvPr/>
        </p:nvSpPr>
        <p:spPr>
          <a:xfrm>
            <a:off x="1151640" y="888120"/>
            <a:ext cx="98888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s-ES" sz="6600" b="0" u="sng" strike="noStrike" spc="-1" dirty="0">
                <a:solidFill>
                  <a:srgbClr val="FFFFFF"/>
                </a:solidFill>
                <a:highlight>
                  <a:srgbClr val="FFFF00"/>
                </a:highlight>
                <a:uFillTx/>
                <a:latin typeface="The Serif Hand Black"/>
              </a:rPr>
              <a:t>Primer párrafo:</a:t>
            </a:r>
            <a:endParaRPr lang="es-ES" sz="6600" b="0" strike="noStrike" spc="-1" dirty="0">
              <a:solidFill>
                <a:srgbClr val="000000"/>
              </a:solidFill>
              <a:highlight>
                <a:srgbClr val="FFFF00"/>
              </a:highlight>
              <a:latin typeface="The Hand Bold"/>
            </a:endParaRPr>
          </a:p>
        </p:txBody>
      </p:sp>
      <p:sp>
        <p:nvSpPr>
          <p:cNvPr id="91" name="CustomShape 4"/>
          <p:cNvSpPr/>
          <p:nvPr/>
        </p:nvSpPr>
        <p:spPr>
          <a:xfrm>
            <a:off x="1117080" y="2325960"/>
            <a:ext cx="9957600" cy="18000"/>
          </a:xfrm>
          <a:custGeom>
            <a:avLst/>
            <a:gdLst/>
            <a:ahLst/>
            <a:cxnLst/>
            <a:rect l="l" t="t" r="r" b="b"/>
            <a:pathLst>
              <a:path w="9957816" h="18288">
                <a:moveTo>
                  <a:pt x="0" y="0"/>
                </a:moveTo>
                <a:cubicBezTo>
                  <a:pt x="258912" y="4528"/>
                  <a:pt x="602792" y="35413"/>
                  <a:pt x="863011" y="0"/>
                </a:cubicBezTo>
                <a:cubicBezTo>
                  <a:pt x="1123230" y="-35413"/>
                  <a:pt x="1110743" y="8950"/>
                  <a:pt x="1327709" y="0"/>
                </a:cubicBezTo>
                <a:cubicBezTo>
                  <a:pt x="1544675" y="-8950"/>
                  <a:pt x="1720121" y="-30004"/>
                  <a:pt x="2091141" y="0"/>
                </a:cubicBezTo>
                <a:cubicBezTo>
                  <a:pt x="2462161" y="30004"/>
                  <a:pt x="2325710" y="-22120"/>
                  <a:pt x="2555839" y="0"/>
                </a:cubicBezTo>
                <a:cubicBezTo>
                  <a:pt x="2785968" y="22120"/>
                  <a:pt x="2943172" y="14890"/>
                  <a:pt x="3219694" y="0"/>
                </a:cubicBezTo>
                <a:cubicBezTo>
                  <a:pt x="3496216" y="-14890"/>
                  <a:pt x="3789247" y="-1477"/>
                  <a:pt x="3983126" y="0"/>
                </a:cubicBezTo>
                <a:cubicBezTo>
                  <a:pt x="4177005" y="1477"/>
                  <a:pt x="4180112" y="16397"/>
                  <a:pt x="4348246" y="0"/>
                </a:cubicBezTo>
                <a:cubicBezTo>
                  <a:pt x="4516380" y="-16397"/>
                  <a:pt x="4601818" y="4117"/>
                  <a:pt x="4713366" y="0"/>
                </a:cubicBezTo>
                <a:cubicBezTo>
                  <a:pt x="4824914" y="-4117"/>
                  <a:pt x="5400642" y="663"/>
                  <a:pt x="5576377" y="0"/>
                </a:cubicBezTo>
                <a:cubicBezTo>
                  <a:pt x="5752112" y="-663"/>
                  <a:pt x="6036350" y="11452"/>
                  <a:pt x="6240231" y="0"/>
                </a:cubicBezTo>
                <a:cubicBezTo>
                  <a:pt x="6444112" y="-11452"/>
                  <a:pt x="6508667" y="-15154"/>
                  <a:pt x="6605351" y="0"/>
                </a:cubicBezTo>
                <a:cubicBezTo>
                  <a:pt x="6702035" y="15154"/>
                  <a:pt x="7096186" y="19291"/>
                  <a:pt x="7269206" y="0"/>
                </a:cubicBezTo>
                <a:cubicBezTo>
                  <a:pt x="7442227" y="-19291"/>
                  <a:pt x="7802902" y="39720"/>
                  <a:pt x="8132216" y="0"/>
                </a:cubicBezTo>
                <a:cubicBezTo>
                  <a:pt x="8461530" y="-39720"/>
                  <a:pt x="8551221" y="24341"/>
                  <a:pt x="8696493" y="0"/>
                </a:cubicBezTo>
                <a:cubicBezTo>
                  <a:pt x="8841765" y="-24341"/>
                  <a:pt x="9091257" y="15574"/>
                  <a:pt x="9260769" y="0"/>
                </a:cubicBezTo>
                <a:cubicBezTo>
                  <a:pt x="9430281" y="-15574"/>
                  <a:pt x="9809458" y="-15806"/>
                  <a:pt x="9957816" y="0"/>
                </a:cubicBezTo>
                <a:cubicBezTo>
                  <a:pt x="9958154" y="7640"/>
                  <a:pt x="9957366" y="11289"/>
                  <a:pt x="9957816" y="18288"/>
                </a:cubicBezTo>
                <a:cubicBezTo>
                  <a:pt x="9789958" y="23645"/>
                  <a:pt x="9437684" y="-10787"/>
                  <a:pt x="9293962" y="18288"/>
                </a:cubicBezTo>
                <a:cubicBezTo>
                  <a:pt x="9150240" y="47363"/>
                  <a:pt x="8858466" y="6899"/>
                  <a:pt x="8530529" y="18288"/>
                </a:cubicBezTo>
                <a:cubicBezTo>
                  <a:pt x="8202592" y="29677"/>
                  <a:pt x="8042036" y="-12845"/>
                  <a:pt x="7767096" y="18288"/>
                </a:cubicBezTo>
                <a:cubicBezTo>
                  <a:pt x="7492156" y="49421"/>
                  <a:pt x="7464764" y="38557"/>
                  <a:pt x="7302398" y="18288"/>
                </a:cubicBezTo>
                <a:cubicBezTo>
                  <a:pt x="7140032" y="-1981"/>
                  <a:pt x="6674139" y="-20177"/>
                  <a:pt x="6439388" y="18288"/>
                </a:cubicBezTo>
                <a:cubicBezTo>
                  <a:pt x="6204637" y="56753"/>
                  <a:pt x="6044763" y="2398"/>
                  <a:pt x="5775533" y="18288"/>
                </a:cubicBezTo>
                <a:cubicBezTo>
                  <a:pt x="5506303" y="34178"/>
                  <a:pt x="5528640" y="8636"/>
                  <a:pt x="5410413" y="18288"/>
                </a:cubicBezTo>
                <a:cubicBezTo>
                  <a:pt x="5292186" y="27940"/>
                  <a:pt x="4880771" y="-3659"/>
                  <a:pt x="4746559" y="18288"/>
                </a:cubicBezTo>
                <a:cubicBezTo>
                  <a:pt x="4612347" y="40235"/>
                  <a:pt x="4346390" y="46329"/>
                  <a:pt x="4182283" y="18288"/>
                </a:cubicBezTo>
                <a:cubicBezTo>
                  <a:pt x="4018176" y="-9753"/>
                  <a:pt x="3743247" y="40654"/>
                  <a:pt x="3618006" y="18288"/>
                </a:cubicBezTo>
                <a:cubicBezTo>
                  <a:pt x="3492765" y="-4078"/>
                  <a:pt x="3201495" y="15624"/>
                  <a:pt x="3053730" y="18288"/>
                </a:cubicBezTo>
                <a:cubicBezTo>
                  <a:pt x="2905965" y="20952"/>
                  <a:pt x="2770855" y="10382"/>
                  <a:pt x="2489454" y="18288"/>
                </a:cubicBezTo>
                <a:cubicBezTo>
                  <a:pt x="2208053" y="26194"/>
                  <a:pt x="1999579" y="12705"/>
                  <a:pt x="1726021" y="18288"/>
                </a:cubicBezTo>
                <a:cubicBezTo>
                  <a:pt x="1452463" y="23871"/>
                  <a:pt x="1261725" y="2423"/>
                  <a:pt x="1062167" y="18288"/>
                </a:cubicBezTo>
                <a:cubicBezTo>
                  <a:pt x="862609" y="34153"/>
                  <a:pt x="828837" y="34680"/>
                  <a:pt x="697047" y="18288"/>
                </a:cubicBezTo>
                <a:cubicBezTo>
                  <a:pt x="565257" y="1896"/>
                  <a:pt x="290333" y="-12656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  <a:moveTo>
                  <a:pt x="0" y="0"/>
                </a:moveTo>
                <a:cubicBezTo>
                  <a:pt x="239894" y="-13568"/>
                  <a:pt x="444306" y="20490"/>
                  <a:pt x="564276" y="0"/>
                </a:cubicBezTo>
                <a:cubicBezTo>
                  <a:pt x="684246" y="-20490"/>
                  <a:pt x="829702" y="-16311"/>
                  <a:pt x="929396" y="0"/>
                </a:cubicBezTo>
                <a:cubicBezTo>
                  <a:pt x="1029090" y="16311"/>
                  <a:pt x="1434080" y="4599"/>
                  <a:pt x="1792407" y="0"/>
                </a:cubicBezTo>
                <a:cubicBezTo>
                  <a:pt x="2150734" y="-4599"/>
                  <a:pt x="2230922" y="-3217"/>
                  <a:pt x="2356683" y="0"/>
                </a:cubicBezTo>
                <a:cubicBezTo>
                  <a:pt x="2482444" y="3217"/>
                  <a:pt x="2727176" y="10118"/>
                  <a:pt x="2920959" y="0"/>
                </a:cubicBezTo>
                <a:cubicBezTo>
                  <a:pt x="3114742" y="-10118"/>
                  <a:pt x="3583268" y="6126"/>
                  <a:pt x="3783970" y="0"/>
                </a:cubicBezTo>
                <a:cubicBezTo>
                  <a:pt x="3984672" y="-6126"/>
                  <a:pt x="4119530" y="12121"/>
                  <a:pt x="4248668" y="0"/>
                </a:cubicBezTo>
                <a:cubicBezTo>
                  <a:pt x="4377806" y="-12121"/>
                  <a:pt x="4830370" y="39306"/>
                  <a:pt x="5111679" y="0"/>
                </a:cubicBezTo>
                <a:cubicBezTo>
                  <a:pt x="5392988" y="-39306"/>
                  <a:pt x="5595981" y="-37432"/>
                  <a:pt x="5974690" y="0"/>
                </a:cubicBezTo>
                <a:cubicBezTo>
                  <a:pt x="6353399" y="37432"/>
                  <a:pt x="6382398" y="-32218"/>
                  <a:pt x="6638544" y="0"/>
                </a:cubicBezTo>
                <a:cubicBezTo>
                  <a:pt x="6894690" y="32218"/>
                  <a:pt x="7107197" y="-8479"/>
                  <a:pt x="7501555" y="0"/>
                </a:cubicBezTo>
                <a:cubicBezTo>
                  <a:pt x="7895913" y="8479"/>
                  <a:pt x="7913370" y="-2556"/>
                  <a:pt x="8065831" y="0"/>
                </a:cubicBezTo>
                <a:cubicBezTo>
                  <a:pt x="8218292" y="2556"/>
                  <a:pt x="8391465" y="4509"/>
                  <a:pt x="8630107" y="0"/>
                </a:cubicBezTo>
                <a:cubicBezTo>
                  <a:pt x="8868749" y="-4509"/>
                  <a:pt x="9078381" y="-9348"/>
                  <a:pt x="9393540" y="0"/>
                </a:cubicBezTo>
                <a:cubicBezTo>
                  <a:pt x="9708699" y="9348"/>
                  <a:pt x="9789190" y="-16759"/>
                  <a:pt x="9957816" y="0"/>
                </a:cubicBezTo>
                <a:cubicBezTo>
                  <a:pt x="9957941" y="4395"/>
                  <a:pt x="9957741" y="9776"/>
                  <a:pt x="9957816" y="18288"/>
                </a:cubicBezTo>
                <a:cubicBezTo>
                  <a:pt x="9649812" y="40651"/>
                  <a:pt x="9486007" y="41594"/>
                  <a:pt x="9194383" y="18288"/>
                </a:cubicBezTo>
                <a:cubicBezTo>
                  <a:pt x="8902759" y="-5018"/>
                  <a:pt x="8744094" y="43814"/>
                  <a:pt x="8530529" y="18288"/>
                </a:cubicBezTo>
                <a:cubicBezTo>
                  <a:pt x="8316964" y="-7238"/>
                  <a:pt x="8282371" y="24093"/>
                  <a:pt x="8165409" y="18288"/>
                </a:cubicBezTo>
                <a:cubicBezTo>
                  <a:pt x="8048447" y="12483"/>
                  <a:pt x="7851788" y="12040"/>
                  <a:pt x="7700711" y="18288"/>
                </a:cubicBezTo>
                <a:cubicBezTo>
                  <a:pt x="7549634" y="24536"/>
                  <a:pt x="7127225" y="27915"/>
                  <a:pt x="6837700" y="18288"/>
                </a:cubicBezTo>
                <a:cubicBezTo>
                  <a:pt x="6548175" y="8661"/>
                  <a:pt x="6330711" y="50037"/>
                  <a:pt x="6173846" y="18288"/>
                </a:cubicBezTo>
                <a:cubicBezTo>
                  <a:pt x="6016981" y="-13461"/>
                  <a:pt x="5930031" y="15985"/>
                  <a:pt x="5709148" y="18288"/>
                </a:cubicBezTo>
                <a:cubicBezTo>
                  <a:pt x="5488265" y="20591"/>
                  <a:pt x="5372997" y="43097"/>
                  <a:pt x="5045293" y="18288"/>
                </a:cubicBezTo>
                <a:cubicBezTo>
                  <a:pt x="4717590" y="-6521"/>
                  <a:pt x="4829875" y="6803"/>
                  <a:pt x="4680174" y="18288"/>
                </a:cubicBezTo>
                <a:cubicBezTo>
                  <a:pt x="4530473" y="29773"/>
                  <a:pt x="4441300" y="27030"/>
                  <a:pt x="4315054" y="18288"/>
                </a:cubicBezTo>
                <a:cubicBezTo>
                  <a:pt x="4188808" y="9546"/>
                  <a:pt x="3846162" y="4446"/>
                  <a:pt x="3651199" y="18288"/>
                </a:cubicBezTo>
                <a:cubicBezTo>
                  <a:pt x="3456236" y="32130"/>
                  <a:pt x="3412656" y="-1324"/>
                  <a:pt x="3186501" y="18288"/>
                </a:cubicBezTo>
                <a:cubicBezTo>
                  <a:pt x="2960346" y="37900"/>
                  <a:pt x="2783091" y="19872"/>
                  <a:pt x="2423069" y="18288"/>
                </a:cubicBezTo>
                <a:cubicBezTo>
                  <a:pt x="2063047" y="16704"/>
                  <a:pt x="2066062" y="18692"/>
                  <a:pt x="1958370" y="18288"/>
                </a:cubicBezTo>
                <a:cubicBezTo>
                  <a:pt x="1850678" y="17884"/>
                  <a:pt x="1403255" y="47471"/>
                  <a:pt x="1194938" y="18288"/>
                </a:cubicBezTo>
                <a:cubicBezTo>
                  <a:pt x="986621" y="-10895"/>
                  <a:pt x="986435" y="4670"/>
                  <a:pt x="829818" y="18288"/>
                </a:cubicBezTo>
                <a:cubicBezTo>
                  <a:pt x="673201" y="31906"/>
                  <a:pt x="178831" y="-2639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60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" name="TextShape 5"/>
          <p:cNvSpPr txBox="1"/>
          <p:nvPr/>
        </p:nvSpPr>
        <p:spPr>
          <a:xfrm>
            <a:off x="1151640" y="2607840"/>
            <a:ext cx="9888840" cy="32846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11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s-ES" sz="2400" b="0" strike="noStrike" spc="-1" dirty="0">
                <a:solidFill>
                  <a:srgbClr val="FFFFFF"/>
                </a:solidFill>
                <a:highlight>
                  <a:srgbClr val="FFFF00"/>
                </a:highlight>
                <a:latin typeface="Elephant"/>
              </a:rPr>
              <a:t>De forma misteriosa y atreves de la repetición decimos quién es el "amo" o "dueño" del Can cebero:</a:t>
            </a:r>
            <a:endParaRPr lang="es-ES" sz="2400" b="0" strike="noStrike" spc="-1" dirty="0">
              <a:solidFill>
                <a:srgbClr val="000000"/>
              </a:solidFill>
              <a:highlight>
                <a:srgbClr val="FFFF00"/>
              </a:highlight>
              <a:latin typeface="The Hand Bold"/>
            </a:endParaRPr>
          </a:p>
          <a:p>
            <a:pPr>
              <a:lnSpc>
                <a:spcPct val="110000"/>
              </a:lnSpc>
              <a:spcBef>
                <a:spcPts val="1001"/>
              </a:spcBef>
            </a:pPr>
            <a:r>
              <a:rPr lang="es-ES" sz="2400" b="0" strike="noStrike" spc="-1" dirty="0">
                <a:solidFill>
                  <a:srgbClr val="FFFFFF"/>
                </a:solidFill>
                <a:highlight>
                  <a:srgbClr val="FFFF00"/>
                </a:highlight>
                <a:latin typeface="Elephant"/>
              </a:rPr>
              <a:t>"T</a:t>
            </a:r>
            <a:r>
              <a:rPr lang="es-ES" sz="2400" b="0" strike="noStrike" spc="-1" dirty="0">
                <a:solidFill>
                  <a:srgbClr val="FFFFFF"/>
                </a:solidFill>
                <a:highlight>
                  <a:srgbClr val="FFFF00"/>
                </a:highlight>
                <a:latin typeface="Elephant"/>
                <a:ea typeface="The Hand Bold"/>
              </a:rPr>
              <a:t>odos conocen a mi dueño, todos saben quién es y de que es capaz,…" </a:t>
            </a:r>
            <a:endParaRPr lang="es-ES" sz="2400" b="0" strike="noStrike" spc="-1" dirty="0">
              <a:solidFill>
                <a:srgbClr val="000000"/>
              </a:solidFill>
              <a:highlight>
                <a:srgbClr val="FFFF00"/>
              </a:highlight>
              <a:latin typeface="The Hand Bold"/>
            </a:endParaRPr>
          </a:p>
          <a:p>
            <a:pPr marL="228600" indent="-228240">
              <a:lnSpc>
                <a:spcPct val="11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s-ES" sz="2400" b="0" strike="noStrike" spc="-1" dirty="0">
                <a:solidFill>
                  <a:srgbClr val="FFFFFF"/>
                </a:solidFill>
                <a:highlight>
                  <a:srgbClr val="FFFF00"/>
                </a:highlight>
                <a:latin typeface="Elephant"/>
                <a:ea typeface="The Hand Bold"/>
              </a:rPr>
              <a:t>Inestabilidad de su puesto:</a:t>
            </a:r>
            <a:endParaRPr lang="es-ES" sz="2400" b="0" strike="noStrike" spc="-1" dirty="0">
              <a:solidFill>
                <a:srgbClr val="000000"/>
              </a:solidFill>
              <a:highlight>
                <a:srgbClr val="FFFF00"/>
              </a:highlight>
              <a:latin typeface="The Hand Bold"/>
            </a:endParaRPr>
          </a:p>
          <a:p>
            <a:pPr>
              <a:lnSpc>
                <a:spcPct val="110000"/>
              </a:lnSpc>
              <a:spcBef>
                <a:spcPts val="1001"/>
              </a:spcBef>
            </a:pPr>
            <a:r>
              <a:rPr lang="es-ES" sz="2400" b="0" strike="noStrike" spc="-1" dirty="0">
                <a:solidFill>
                  <a:srgbClr val="FFFFFF"/>
                </a:solidFill>
                <a:highlight>
                  <a:srgbClr val="FFFF00"/>
                </a:highlight>
                <a:latin typeface="Elephant"/>
                <a:ea typeface="The Hand Bold"/>
              </a:rPr>
              <a:t>"...Pero lo que si tengo muy claro y mis hermanos también es de que no hay nada que evite que yo sea el que grite de dolor. …"</a:t>
            </a:r>
            <a:endParaRPr lang="es-ES" sz="2400" b="0" strike="noStrike" spc="-1" dirty="0">
              <a:solidFill>
                <a:srgbClr val="000000"/>
              </a:solidFill>
              <a:highlight>
                <a:srgbClr val="FFFF00"/>
              </a:highlight>
              <a:latin typeface="The Hand Bold"/>
            </a:endParaRPr>
          </a:p>
          <a:p>
            <a:pPr>
              <a:lnSpc>
                <a:spcPct val="110000"/>
              </a:lnSpc>
              <a:spcBef>
                <a:spcPts val="1001"/>
              </a:spcBef>
            </a:pPr>
            <a:endParaRPr lang="es-ES" sz="2400" b="0" strike="noStrike" spc="-1" dirty="0">
              <a:solidFill>
                <a:srgbClr val="000000"/>
              </a:solidFill>
              <a:latin typeface="The Hand Bold"/>
            </a:endParaRPr>
          </a:p>
          <a:p>
            <a:pPr>
              <a:lnSpc>
                <a:spcPct val="110000"/>
              </a:lnSpc>
              <a:spcBef>
                <a:spcPts val="1001"/>
              </a:spcBef>
            </a:pPr>
            <a:endParaRPr lang="es-ES" sz="2400" b="0" strike="noStrike" spc="-1" dirty="0">
              <a:solidFill>
                <a:srgbClr val="000000"/>
              </a:solidFill>
              <a:latin typeface="The Hand Bold"/>
            </a:endParaRPr>
          </a:p>
          <a:p>
            <a:pPr>
              <a:lnSpc>
                <a:spcPct val="110000"/>
              </a:lnSpc>
              <a:spcBef>
                <a:spcPts val="1001"/>
              </a:spcBef>
            </a:pPr>
            <a:endParaRPr lang="es-ES" sz="2400" b="0" strike="noStrike" spc="-1" dirty="0">
              <a:solidFill>
                <a:srgbClr val="000000"/>
              </a:solidFill>
              <a:latin typeface="The Hand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4" name="CustomShape 2"/>
          <p:cNvSpPr/>
          <p:nvPr/>
        </p:nvSpPr>
        <p:spPr>
          <a:xfrm rot="8888400">
            <a:off x="-1059120" y="-1108440"/>
            <a:ext cx="7179480" cy="5226120"/>
          </a:xfrm>
          <a:custGeom>
            <a:avLst/>
            <a:gdLst/>
            <a:ahLst/>
            <a:cxnLst/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rgbClr val="B69E7A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5" name="TextShape 3"/>
          <p:cNvSpPr txBox="1"/>
          <p:nvPr/>
        </p:nvSpPr>
        <p:spPr>
          <a:xfrm>
            <a:off x="841320" y="673920"/>
            <a:ext cx="3644280" cy="24141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70000"/>
          </a:bodyPr>
          <a:lstStyle/>
          <a:p>
            <a:pPr>
              <a:lnSpc>
                <a:spcPct val="100000"/>
              </a:lnSpc>
            </a:pPr>
            <a:r>
              <a:rPr lang="es-ES" sz="6600" b="0" strike="noStrike" spc="-1">
                <a:solidFill>
                  <a:srgbClr val="FFFFFF"/>
                </a:solidFill>
                <a:latin typeface="The Serif Hand Black"/>
              </a:rPr>
              <a:t>Segundo párrafo:</a:t>
            </a:r>
            <a:endParaRPr lang="es-ES" sz="66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96" name="TextShape 4"/>
          <p:cNvSpPr txBox="1"/>
          <p:nvPr/>
        </p:nvSpPr>
        <p:spPr>
          <a:xfrm>
            <a:off x="6095880" y="882360"/>
            <a:ext cx="5254560" cy="52941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228600" indent="-22824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1" strike="noStrike" spc="-1">
                <a:solidFill>
                  <a:srgbClr val="000000"/>
                </a:solidFill>
                <a:latin typeface="The Hand Bold"/>
              </a:rPr>
              <a:t>Relación más cercana:</a:t>
            </a:r>
            <a:endParaRPr lang="es-ES" sz="2800" b="0" strike="noStrike" spc="-1">
              <a:solidFill>
                <a:srgbClr val="000000"/>
              </a:solidFill>
              <a:latin typeface="The Hand Bold"/>
            </a:endParaRPr>
          </a:p>
          <a:p>
            <a:pPr>
              <a:lnSpc>
                <a:spcPct val="110000"/>
              </a:lnSpc>
              <a:spcBef>
                <a:spcPts val="1001"/>
              </a:spcBef>
            </a:pPr>
            <a:r>
              <a:rPr lang="es-ES" sz="2800" b="1" strike="noStrike" spc="-1">
                <a:solidFill>
                  <a:srgbClr val="000000"/>
                </a:solidFill>
                <a:latin typeface="The Hand Bold"/>
                <a:ea typeface="The Hand Bold"/>
              </a:rPr>
              <a:t>"….Todos los días me lanzaba un disco o me daba algo para roer. …"</a:t>
            </a:r>
            <a:endParaRPr lang="es-ES" sz="2800" b="0" strike="noStrike" spc="-1">
              <a:solidFill>
                <a:srgbClr val="000000"/>
              </a:solidFill>
              <a:latin typeface="The Hand Bold"/>
            </a:endParaRPr>
          </a:p>
          <a:p>
            <a:pPr marL="228600" indent="-22824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1" strike="noStrike" spc="-1">
                <a:solidFill>
                  <a:srgbClr val="000000"/>
                </a:solidFill>
                <a:latin typeface="The Hand Bold"/>
                <a:ea typeface="The Hand Bold"/>
              </a:rPr>
              <a:t>Agradecimiento por parte de Cebero:</a:t>
            </a:r>
            <a:endParaRPr lang="es-ES" sz="2800" b="0" strike="noStrike" spc="-1">
              <a:solidFill>
                <a:srgbClr val="000000"/>
              </a:solidFill>
              <a:latin typeface="The Hand Bold"/>
            </a:endParaRPr>
          </a:p>
          <a:p>
            <a:pPr>
              <a:lnSpc>
                <a:spcPct val="110000"/>
              </a:lnSpc>
              <a:spcBef>
                <a:spcPts val="1001"/>
              </a:spcBef>
            </a:pPr>
            <a:r>
              <a:rPr lang="es-ES" sz="2800" b="1" strike="noStrike" spc="-1">
                <a:solidFill>
                  <a:srgbClr val="000000"/>
                </a:solidFill>
                <a:latin typeface="The Hand Bold"/>
                <a:ea typeface="The Hand Bold"/>
              </a:rPr>
              <a:t>Lo dice explícitamente.</a:t>
            </a:r>
            <a:endParaRPr lang="es-ES" sz="2800" b="0" strike="noStrike" spc="-1">
              <a:solidFill>
                <a:srgbClr val="000000"/>
              </a:solidFill>
              <a:latin typeface="The Hand Bold"/>
            </a:endParaRPr>
          </a:p>
          <a:p>
            <a:pPr>
              <a:lnSpc>
                <a:spcPct val="110000"/>
              </a:lnSpc>
              <a:spcBef>
                <a:spcPts val="1001"/>
              </a:spcBef>
            </a:pPr>
            <a:endParaRPr lang="es-ES" sz="2800" b="0" strike="noStrike" spc="-1">
              <a:solidFill>
                <a:srgbClr val="000000"/>
              </a:solidFill>
              <a:latin typeface="The Hand Bold"/>
            </a:endParaRPr>
          </a:p>
          <a:p>
            <a:pPr>
              <a:lnSpc>
                <a:spcPct val="110000"/>
              </a:lnSpc>
              <a:spcBef>
                <a:spcPts val="1001"/>
              </a:spcBef>
            </a:pPr>
            <a:endParaRPr lang="es-ES" sz="2800" b="0" strike="noStrike" spc="-1">
              <a:solidFill>
                <a:srgbClr val="000000"/>
              </a:solidFill>
              <a:latin typeface="The Hand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s-ES" sz="5400" b="0" strike="noStrike" spc="-1">
                <a:solidFill>
                  <a:srgbClr val="000000"/>
                </a:solidFill>
                <a:latin typeface="The Serif Hand Black"/>
              </a:rPr>
              <a:t>Tercer párrafo:</a:t>
            </a:r>
            <a:endParaRPr lang="es-ES" sz="5400" b="0" strike="noStrike" spc="-1">
              <a:solidFill>
                <a:srgbClr val="000000"/>
              </a:solidFill>
              <a:latin typeface="The Hand Bold"/>
            </a:endParaRPr>
          </a:p>
        </p:txBody>
      </p:sp>
      <p:sp>
        <p:nvSpPr>
          <p:cNvPr id="98" name="TextShape 2"/>
          <p:cNvSpPr txBox="1"/>
          <p:nvPr/>
        </p:nvSpPr>
        <p:spPr>
          <a:xfrm>
            <a:off x="838080" y="1889640"/>
            <a:ext cx="10515240" cy="42516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strike="noStrike" spc="-1" dirty="0">
                <a:solidFill>
                  <a:srgbClr val="000000"/>
                </a:solidFill>
                <a:latin typeface="The Hand Bold"/>
              </a:rPr>
              <a:t>Dos mundos:</a:t>
            </a:r>
          </a:p>
          <a:p>
            <a:pPr>
              <a:lnSpc>
                <a:spcPct val="110000"/>
              </a:lnSpc>
              <a:spcBef>
                <a:spcPts val="1001"/>
              </a:spcBef>
            </a:pPr>
            <a:r>
              <a:rPr lang="es-ES" sz="2800" b="0" strike="noStrike" spc="-1" dirty="0">
                <a:solidFill>
                  <a:srgbClr val="000000"/>
                </a:solidFill>
                <a:latin typeface="The Hand Bold"/>
              </a:rPr>
              <a:t>“… Parecía bastante agradable, había flores, nubes y se veían a algunas personas muy dichosas, sonrientes y alegres. Y menos mal que lo eran. Por qué aquí hay un calor sofocante que me tomo mucho tiempo para adaptarme a él y poder respirar, de todos modos, hay circunstancias, muy puntuales y aisladas en las que ni con toda la calma puedo escapar de esa tortura. …”</a:t>
            </a:r>
          </a:p>
          <a:p>
            <a:pPr marL="228600" indent="-22824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strike="noStrike" spc="-1" dirty="0">
                <a:solidFill>
                  <a:srgbClr val="000000"/>
                </a:solidFill>
                <a:latin typeface="The Hand Bold"/>
              </a:rPr>
              <a:t>Soledad que sentía:</a:t>
            </a:r>
          </a:p>
          <a:p>
            <a:pPr>
              <a:lnSpc>
                <a:spcPct val="110000"/>
              </a:lnSpc>
              <a:spcBef>
                <a:spcPts val="1001"/>
              </a:spcBef>
            </a:pPr>
            <a:r>
              <a:rPr lang="es-ES" sz="2800" b="0" strike="noStrike" spc="-1" dirty="0">
                <a:solidFill>
                  <a:srgbClr val="000000"/>
                </a:solidFill>
                <a:latin typeface="The Hand Bold"/>
              </a:rPr>
              <a:t>“… Lamentablemente, aunque hay muchas personas en este inhóspito desierto, nadie se detiene a jugar conmigo, parece que les causo pavor, hace mucho tiempo que quien debería ser mi más fiel amigo solo se dedica a sus labores y no me da más labor que dormir en el pórtico. …”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r>
              <a:rPr lang="es-ES" sz="1800" b="0" strike="noStrike" spc="-1">
                <a:solidFill>
                  <a:srgbClr val="000000"/>
                </a:solidFill>
                <a:latin typeface="The Hand Bold"/>
              </a:rPr>
              <a:t>CONTINUACIÓN:</a:t>
            </a:r>
          </a:p>
        </p:txBody>
      </p:sp>
      <p:sp>
        <p:nvSpPr>
          <p:cNvPr id="100" name="TextShape 2"/>
          <p:cNvSpPr txBox="1"/>
          <p:nvPr/>
        </p:nvSpPr>
        <p:spPr>
          <a:xfrm>
            <a:off x="792000" y="2016000"/>
            <a:ext cx="11160000" cy="181442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spAutoFit/>
          </a:bodyPr>
          <a:lstStyle/>
          <a:p>
            <a:r>
              <a:rPr lang="es-AR" sz="2800" b="0" strike="noStrike" spc="-1" dirty="0">
                <a:solidFill>
                  <a:srgbClr val="000000"/>
                </a:solidFill>
                <a:latin typeface="The Hand Bold"/>
              </a:rPr>
              <a:t>Soledad que sentía:</a:t>
            </a:r>
            <a:endParaRPr lang="es-AR" sz="2800" b="0" strike="noStrike" spc="-1" dirty="0">
              <a:latin typeface="Arial"/>
            </a:endParaRPr>
          </a:p>
          <a:p>
            <a:r>
              <a:rPr lang="es-AR" sz="2800" b="0" strike="noStrike" spc="-1" dirty="0">
                <a:solidFill>
                  <a:srgbClr val="000000"/>
                </a:solidFill>
                <a:latin typeface="The Hand Bold"/>
              </a:rPr>
              <a:t>“…Lamentablemente, aunque hay muchas personas en este inhóspito desierto, nadie se detiene a jugar conmigo, parece que les causo pavor, hace mucho tiempo que quien debería ser mi más fiel amigo solo se dedica a sus labores y no me da más labor que dormir en el pórtico. …”</a:t>
            </a:r>
            <a:endParaRPr lang="es-AR" sz="28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s-ES" sz="5400" b="0" strike="noStrike" spc="-1">
                <a:solidFill>
                  <a:srgbClr val="000000"/>
                </a:solidFill>
                <a:latin typeface="The Serif Hand Black"/>
              </a:rPr>
              <a:t>CUARTO PÁRRAFO:</a:t>
            </a:r>
          </a:p>
        </p:txBody>
      </p:sp>
      <p:sp>
        <p:nvSpPr>
          <p:cNvPr id="102" name="TextShape 2"/>
          <p:cNvSpPr txBox="1"/>
          <p:nvPr/>
        </p:nvSpPr>
        <p:spPr>
          <a:xfrm>
            <a:off x="838080" y="1913198"/>
            <a:ext cx="10515240" cy="42516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strike="noStrike" spc="-1" dirty="0">
                <a:solidFill>
                  <a:srgbClr val="000000"/>
                </a:solidFill>
                <a:latin typeface="The Hand Bold"/>
              </a:rPr>
              <a:t>Excepciones de su sufrimiento:</a:t>
            </a:r>
          </a:p>
          <a:p>
            <a:r>
              <a:rPr lang="es-ES" sz="2800" b="0" strike="noStrike" spc="-1" dirty="0">
                <a:solidFill>
                  <a:srgbClr val="000000"/>
                </a:solidFill>
                <a:latin typeface="The Hand Bold"/>
                <a:ea typeface="DejaVu Sans"/>
              </a:rPr>
              <a:t>“…lamentablemente era tan especial y novedosa esa sensación que no la podía manejar, me causaba una paz interior tal que capaz de alejar cualquier tormento, incluso el mismo tártaro. …”</a:t>
            </a:r>
            <a:endParaRPr lang="es-ES" sz="2800" b="0" strike="noStrike" spc="-1" dirty="0">
              <a:solidFill>
                <a:srgbClr val="000000"/>
              </a:solidFill>
              <a:latin typeface="The Hand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r>
              <a:rPr lang="es-ES" sz="1800" b="0" strike="noStrike" spc="-1">
                <a:solidFill>
                  <a:srgbClr val="000000"/>
                </a:solidFill>
                <a:latin typeface="The Hand Bold"/>
              </a:rPr>
              <a:t>QUINTO PÁRRAFO:</a:t>
            </a:r>
          </a:p>
        </p:txBody>
      </p:sp>
      <p:sp>
        <p:nvSpPr>
          <p:cNvPr id="104" name="TextShape 2"/>
          <p:cNvSpPr txBox="1"/>
          <p:nvPr/>
        </p:nvSpPr>
        <p:spPr>
          <a:xfrm>
            <a:off x="864000" y="2016000"/>
            <a:ext cx="10584000" cy="286086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spAutoFit/>
          </a:bodyPr>
          <a:lstStyle/>
          <a:p>
            <a:r>
              <a:rPr lang="es-AR" sz="1800" b="0" strike="noStrike" spc="-1" dirty="0" err="1">
                <a:latin typeface="Arial"/>
              </a:rPr>
              <a:t>Facor</a:t>
            </a:r>
            <a:r>
              <a:rPr lang="es-AR" sz="1800" b="0" strike="noStrike" spc="-1" dirty="0">
                <a:latin typeface="Arial"/>
              </a:rPr>
              <a:t> Heracles:</a:t>
            </a:r>
          </a:p>
          <a:p>
            <a:r>
              <a:rPr lang="es-ES" sz="1800" b="0" strike="noStrike" spc="-1" dirty="0">
                <a:latin typeface="Arial"/>
                <a:ea typeface="DejaVu Sans"/>
              </a:rPr>
              <a:t>“…Sin embargo, un día vino alguien, era distinto, imponente, musculoso y alto como mi rey, llego con un andar único, como si el mundo estuviera a su disposición, fue lo más interesante que me paso en la vida….” </a:t>
            </a:r>
            <a:endParaRPr lang="es-ES" sz="1800" b="0" strike="noStrike" spc="-1" dirty="0">
              <a:latin typeface="Arial"/>
            </a:endParaRPr>
          </a:p>
          <a:p>
            <a:r>
              <a:rPr lang="es-ES" sz="1800" b="0" strike="noStrike" spc="-1" dirty="0">
                <a:latin typeface="Arial"/>
                <a:ea typeface="DejaVu Sans"/>
              </a:rPr>
              <a:t>Paso mucho tiempo reflexionando</a:t>
            </a:r>
            <a:endParaRPr lang="es-ES" sz="1800" b="0" strike="noStrike" spc="-1" dirty="0">
              <a:latin typeface="Arial"/>
            </a:endParaRPr>
          </a:p>
          <a:p>
            <a:r>
              <a:rPr lang="es-ES" sz="1800" b="0" strike="noStrike" spc="-1" dirty="0">
                <a:latin typeface="Arial"/>
                <a:ea typeface="DejaVu Sans"/>
              </a:rPr>
              <a:t>Desea aprobación:</a:t>
            </a:r>
            <a:endParaRPr lang="es-ES" sz="1800" b="0" strike="noStrike" spc="-1" dirty="0">
              <a:latin typeface="Arial"/>
            </a:endParaRPr>
          </a:p>
          <a:p>
            <a:r>
              <a:rPr lang="es-ES" sz="1800" b="0" strike="noStrike" spc="-1" dirty="0">
                <a:latin typeface="Arial"/>
                <a:ea typeface="DejaVu Sans"/>
              </a:rPr>
              <a:t>“…Solo quería un poco de amabilidad y amor de alguien que no me lo podía dar. …”</a:t>
            </a:r>
            <a:endParaRPr lang="es-ES" sz="1800" b="0" strike="noStrike" spc="-1" dirty="0">
              <a:latin typeface="Arial"/>
            </a:endParaRPr>
          </a:p>
          <a:p>
            <a:r>
              <a:rPr lang="es-ES" sz="1800" b="0" strike="noStrike" spc="-1" dirty="0">
                <a:latin typeface="Arial"/>
                <a:ea typeface="DejaVu Sans"/>
              </a:rPr>
              <a:t>Comparación con las plantas carnívoras:</a:t>
            </a:r>
            <a:endParaRPr lang="es-ES" sz="1800" b="0" strike="noStrike" spc="-1" dirty="0">
              <a:latin typeface="Arial"/>
            </a:endParaRPr>
          </a:p>
          <a:p>
            <a:r>
              <a:rPr lang="es-ES" sz="1800" b="0" strike="noStrike" spc="-1" dirty="0">
                <a:latin typeface="Arial"/>
                <a:ea typeface="DejaVu Sans"/>
              </a:rPr>
              <a:t>“…vomité y de mis jugos gástricos nacieron unas plantas con dientes afilados y un hambre voraz, como creí que debía ser. …”</a:t>
            </a:r>
            <a:endParaRPr lang="es-ES" sz="18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r>
              <a:rPr lang="es-ES" sz="1800" b="0" strike="noStrike" spc="-1" dirty="0">
                <a:solidFill>
                  <a:srgbClr val="000000"/>
                </a:solidFill>
                <a:latin typeface="The Hand Bold"/>
              </a:rPr>
              <a:t>SEXTO PÁRRAFO: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768584" y="2023831"/>
            <a:ext cx="10654232" cy="1198875"/>
          </a:xfrm>
          <a:prstGeom prst="rect">
            <a:avLst/>
          </a:prstGeom>
          <a:noFill/>
          <a:ln>
            <a:noFill/>
          </a:ln>
        </p:spPr>
        <p:txBody>
          <a:bodyPr wrap="square" lIns="90000" tIns="45000" rIns="90000" bIns="45000">
            <a:spAutoFit/>
          </a:bodyPr>
          <a:lstStyle/>
          <a:p>
            <a:r>
              <a:rPr lang="es-ES" sz="1800" b="0" strike="noStrike" spc="-1" dirty="0">
                <a:latin typeface="Arial"/>
              </a:rPr>
              <a:t>Heracles el salvador:</a:t>
            </a:r>
          </a:p>
          <a:p>
            <a:r>
              <a:rPr lang="es-ES" spc="-1" dirty="0">
                <a:latin typeface="Arial"/>
              </a:rPr>
              <a:t>“…</a:t>
            </a:r>
            <a:r>
              <a:rPr lang="es-E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Luego de esto, el superhumano, para mi completa sorpresa me libera y devuelve a mi única función: vigilar el paso de los muertos al mundo del dolor, que de cierta forma me tenía a mí, como una más de sus víctimas. </a:t>
            </a:r>
            <a:r>
              <a:rPr lang="es-ES" spc="-1" dirty="0">
                <a:effectLst/>
                <a:latin typeface="Arial"/>
                <a:ea typeface="Aptos" panose="020B0004020202020204" pitchFamily="34" charset="0"/>
                <a:cs typeface="Aptos" panose="020B0004020202020204" pitchFamily="34" charset="0"/>
              </a:rPr>
              <a:t>…”</a:t>
            </a:r>
            <a:endParaRPr lang="es-AR" sz="18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323DD0-DA5B-9DF1-F8C7-B54E1535C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722921"/>
            <a:ext cx="10515240" cy="609398"/>
          </a:xfrm>
        </p:spPr>
        <p:txBody>
          <a:bodyPr/>
          <a:lstStyle/>
          <a:p>
            <a:r>
              <a:rPr lang="es-ES" dirty="0"/>
              <a:t>SEPTIMO PÁRRAFO: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6A7277-4CA0-155B-96A5-BA74C15B27A3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838080" y="2142425"/>
            <a:ext cx="10515240" cy="1841017"/>
          </a:xfrm>
        </p:spPr>
        <p:txBody>
          <a:bodyPr/>
          <a:lstStyle/>
          <a:p>
            <a:r>
              <a:rPr lang="es-ES" dirty="0"/>
              <a:t>Resumen de las ideas anteriores: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La relación Hades </a:t>
            </a:r>
            <a:r>
              <a:rPr lang="es-ES" sz="1800" kern="100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Cebero no es como la de cualquiera.</a:t>
            </a:r>
          </a:p>
          <a:p>
            <a:r>
              <a:rPr lang="es-AR" dirty="0"/>
              <a:t>Heracles no se interponen los objetivos de Cebero, es la solución.</a:t>
            </a:r>
          </a:p>
        </p:txBody>
      </p:sp>
    </p:spTree>
    <p:extLst>
      <p:ext uri="{BB962C8B-B14F-4D97-AF65-F5344CB8AC3E}">
        <p14:creationId xmlns:p14="http://schemas.microsoft.com/office/powerpoint/2010/main" val="2076482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1242B"/>
      </a:dk2>
      <a:lt2>
        <a:srgbClr val="E2E4E8"/>
      </a:lt2>
      <a:accent1>
        <a:srgbClr val="B69E7A"/>
      </a:accent1>
      <a:accent2>
        <a:srgbClr val="BA897F"/>
      </a:accent2>
      <a:accent3>
        <a:srgbClr val="C4929E"/>
      </a:accent3>
      <a:accent4>
        <a:srgbClr val="BA7FA6"/>
      </a:accent4>
      <a:accent5>
        <a:srgbClr val="C193C4"/>
      </a:accent5>
      <a:accent6>
        <a:srgbClr val="9D7FBA"/>
      </a:accent6>
      <a:hlink>
        <a:srgbClr val="6582AC"/>
      </a:hlink>
      <a:folHlink>
        <a:srgbClr val="7F7F7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1242B"/>
      </a:dk2>
      <a:lt2>
        <a:srgbClr val="E2E4E8"/>
      </a:lt2>
      <a:accent1>
        <a:srgbClr val="B69E7A"/>
      </a:accent1>
      <a:accent2>
        <a:srgbClr val="BA897F"/>
      </a:accent2>
      <a:accent3>
        <a:srgbClr val="C4929E"/>
      </a:accent3>
      <a:accent4>
        <a:srgbClr val="BA7FA6"/>
      </a:accent4>
      <a:accent5>
        <a:srgbClr val="C193C4"/>
      </a:accent5>
      <a:accent6>
        <a:srgbClr val="9D7FBA"/>
      </a:accent6>
      <a:hlink>
        <a:srgbClr val="6582AC"/>
      </a:hlink>
      <a:folHlink>
        <a:srgbClr val="7F7F7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016B7E7-D90F-476B-AD2D-23DF0C79B2F2}">
  <we:reference id="wa200005566" version="3.0.0.2" store="es-E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</TotalTime>
  <Words>567</Words>
  <Application>Microsoft Office PowerPoint</Application>
  <PresentationFormat>Panorámica</PresentationFormat>
  <Paragraphs>38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9</vt:i4>
      </vt:variant>
    </vt:vector>
  </HeadingPairs>
  <TitlesOfParts>
    <vt:vector size="19" baseType="lpstr">
      <vt:lpstr>Aptos</vt:lpstr>
      <vt:lpstr>Arial</vt:lpstr>
      <vt:lpstr>Elephant</vt:lpstr>
      <vt:lpstr>Symbol</vt:lpstr>
      <vt:lpstr>The Hand Bold</vt:lpstr>
      <vt:lpstr>The Serif Hand Black</vt:lpstr>
      <vt:lpstr>Times New Roman</vt:lpstr>
      <vt:lpstr>Wingdings</vt:lpstr>
      <vt:lpstr>Office Theme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SEPTIMO PÁRRAFO: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dc:description/>
  <cp:lastModifiedBy>paula tortora</cp:lastModifiedBy>
  <cp:revision>107</cp:revision>
  <dcterms:created xsi:type="dcterms:W3CDTF">2024-04-25T19:34:34Z</dcterms:created>
  <dcterms:modified xsi:type="dcterms:W3CDTF">2024-04-27T18:18:16Z</dcterms:modified>
  <dc:language>es-AR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Panorámica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5</vt:i4>
  </property>
</Properties>
</file>