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1DA33-44D0-9659-5720-0C9B4248C0A3}" v="212" dt="2024-11-24T12:42:06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s-ES" sz="9600" dirty="0"/>
              <a:t>"Las casas"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35170" y="5370278"/>
            <a:ext cx="10107283" cy="723796"/>
          </a:xfrm>
        </p:spPr>
        <p:txBody>
          <a:bodyPr anchor="ctr">
            <a:normAutofit/>
          </a:bodyPr>
          <a:lstStyle/>
          <a:p>
            <a:r>
              <a:rPr lang="es-ES" sz="2000" dirty="0"/>
              <a:t>Boris </a:t>
            </a:r>
            <a:r>
              <a:rPr lang="es-ES" sz="2000" err="1"/>
              <a:t>Ivan</a:t>
            </a:r>
            <a:r>
              <a:rPr lang="es-ES" sz="2000" dirty="0"/>
              <a:t> </a:t>
            </a:r>
            <a:r>
              <a:rPr lang="es-ES" sz="2000" err="1"/>
              <a:t>Boiko</a:t>
            </a:r>
            <a:r>
              <a:rPr lang="es-ES" sz="2000" dirty="0"/>
              <a:t>, Santiago Leonel Rosales y </a:t>
            </a:r>
            <a:r>
              <a:rPr lang="es-ES" sz="2000" err="1"/>
              <a:t>Joaquin</a:t>
            </a:r>
            <a:r>
              <a:rPr lang="es-ES" sz="2000" dirty="0"/>
              <a:t> </a:t>
            </a:r>
            <a:r>
              <a:rPr lang="es-ES" sz="2000" err="1"/>
              <a:t>Rodriguez</a:t>
            </a:r>
            <a:r>
              <a:rPr lang="es-ES" sz="2000" dirty="0"/>
              <a:t> Tortora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2B4910-8FEB-F00A-02D4-5EAE230EB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AR" sz="4800" b="1" u="sng"/>
              <a:t>Índice</a:t>
            </a:r>
            <a:r>
              <a:rPr lang="es-ES" sz="4800" b="1" u="sng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0B5678-2466-456E-C452-70EE9A773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Argumentos</a:t>
            </a:r>
          </a:p>
          <a:p>
            <a:r>
              <a:rPr lang="es-ES" dirty="0"/>
              <a:t>Rol de la mujer</a:t>
            </a:r>
          </a:p>
          <a:p>
            <a:r>
              <a:rPr lang="es-ES" dirty="0"/>
              <a:t>Deseos</a:t>
            </a:r>
          </a:p>
          <a:p>
            <a:r>
              <a:rPr lang="es-ES" dirty="0"/>
              <a:t>Abuso de poder y el poder del dinero</a:t>
            </a:r>
          </a:p>
          <a:p>
            <a:r>
              <a:rPr lang="es-ES" dirty="0"/>
              <a:t>Finales de las obras </a:t>
            </a:r>
          </a:p>
          <a:p>
            <a:r>
              <a:rPr lang="es-ES" dirty="0"/>
              <a:t>Autores</a:t>
            </a:r>
          </a:p>
          <a:p>
            <a:r>
              <a:rPr lang="es-ES" dirty="0"/>
              <a:t>Conclusión (los tres)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62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130D71-F4BC-084F-A97A-0718FE43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10245796" cy="1618489"/>
          </a:xfrm>
        </p:spPr>
        <p:txBody>
          <a:bodyPr anchor="ctr">
            <a:normAutofit/>
          </a:bodyPr>
          <a:lstStyle/>
          <a:p>
            <a:r>
              <a:rPr lang="es-ES" sz="4000" b="1" u="sng" dirty="0">
                <a:latin typeface="Arial"/>
                <a:cs typeface="Arial"/>
              </a:rPr>
              <a:t>La casa de bernarda alba argumento: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F19A8D-0C8F-F10C-2CA4-3B715AD29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333671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543B11-62B5-26F3-AA5C-0EB88851D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b="1" u="sng" dirty="0">
                <a:latin typeface="Arial"/>
                <a:cs typeface="Arial"/>
              </a:rPr>
              <a:t>La casa de las muñecas argumento: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D8A822-3DBD-C375-BC2F-3C7D11A8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3200" dirty="0">
                <a:latin typeface="Arial"/>
                <a:cs typeface="Arial"/>
              </a:rPr>
              <a:t>Nora </a:t>
            </a:r>
            <a:r>
              <a:rPr lang="es-ES" sz="3200" err="1">
                <a:latin typeface="Arial"/>
                <a:cs typeface="Arial"/>
              </a:rPr>
              <a:t>Helmer</a:t>
            </a:r>
            <a:endParaRPr lang="es-ES" sz="320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s-ES" sz="3200" err="1">
                <a:latin typeface="Arial"/>
                <a:cs typeface="Arial"/>
              </a:rPr>
              <a:t>Krogstad</a:t>
            </a:r>
            <a:r>
              <a:rPr lang="es-ES" sz="3200" dirty="0">
                <a:latin typeface="Arial"/>
                <a:cs typeface="Arial"/>
              </a:rPr>
              <a:t> (</a:t>
            </a:r>
            <a:r>
              <a:rPr lang="es-ES" sz="3200" err="1">
                <a:latin typeface="Arial"/>
                <a:cs typeface="Arial"/>
              </a:rPr>
              <a:t>Nils</a:t>
            </a:r>
            <a:r>
              <a:rPr lang="es-ES" sz="3200" dirty="0">
                <a:latin typeface="Arial"/>
                <a:cs typeface="Arial"/>
              </a:rPr>
              <a:t> </a:t>
            </a:r>
            <a:r>
              <a:rPr lang="es-ES" sz="3200" err="1">
                <a:latin typeface="Arial"/>
                <a:cs typeface="Arial"/>
              </a:rPr>
              <a:t>Krogstad</a:t>
            </a:r>
            <a:r>
              <a:rPr lang="es-ES" sz="3200" dirty="0">
                <a:latin typeface="Arial"/>
                <a:cs typeface="Arial"/>
              </a:rPr>
              <a:t>)</a:t>
            </a:r>
          </a:p>
          <a:p>
            <a:pPr>
              <a:buFont typeface="Arial"/>
              <a:buChar char="•"/>
            </a:pPr>
            <a:r>
              <a:rPr lang="es-ES" sz="3200" err="1">
                <a:latin typeface="Arial"/>
                <a:cs typeface="Arial"/>
              </a:rPr>
              <a:t>Kristine</a:t>
            </a:r>
            <a:r>
              <a:rPr lang="es-ES" sz="3200" dirty="0">
                <a:latin typeface="Arial"/>
                <a:cs typeface="Arial"/>
              </a:rPr>
              <a:t> Linde</a:t>
            </a:r>
          </a:p>
          <a:p>
            <a:pPr>
              <a:buFont typeface="Arial"/>
              <a:buChar char="•"/>
            </a:pPr>
            <a:r>
              <a:rPr lang="es-ES" sz="3200" dirty="0">
                <a:latin typeface="Arial"/>
                <a:cs typeface="Arial"/>
              </a:rPr>
              <a:t>Dr. Rank</a:t>
            </a:r>
          </a:p>
          <a:p>
            <a:pPr marL="0" indent="0">
              <a:buNone/>
            </a:pPr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67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99419-FE73-6C3E-0F60-1FDC17F9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E0CCCF-EA8B-8477-6EBB-8ED93A1C9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10913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"Las casas"</vt:lpstr>
      <vt:lpstr>Índice:</vt:lpstr>
      <vt:lpstr>La casa de bernarda alba argumento:</vt:lpstr>
      <vt:lpstr>La casa de las muñecas argumento: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</cp:revision>
  <dcterms:created xsi:type="dcterms:W3CDTF">2024-11-24T12:08:34Z</dcterms:created>
  <dcterms:modified xsi:type="dcterms:W3CDTF">2024-11-24T12:43:01Z</dcterms:modified>
</cp:coreProperties>
</file>