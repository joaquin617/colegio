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B7EEC-09D8-3EDE-6667-BB43CC12B5AC}" v="209" dt="2024-09-22T12:06:42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EAA92-AA4F-4503-8AC3-2C7B1A1CBFCF}" type="datetimeFigureOut">
              <a:t>22/09/2024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5B9A4-7FB0-452C-A1F0-FA93B90DB43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4042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u="sng"/>
              <a:t>Presentación de química sobre flexión en metales:</a:t>
            </a:r>
            <a:endParaRPr lang="es-AR">
              <a:ea typeface="Calibri"/>
              <a:cs typeface="Calibri"/>
            </a:endParaRPr>
          </a:p>
          <a:p>
            <a:r>
              <a:rPr lang="es-AR" dirty="0"/>
              <a:t>El ensayo de flexión es uno de los tipos de solicitación más frecuentes en la práctica. Por ello es de gran importancia. Pero: ¿Qué es la flexión? </a:t>
            </a:r>
            <a:endParaRPr lang="es-AR" dirty="0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4528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Según Wikipedia: “…tipo de deformación que presenta un elemento estructural alargado en una dirección perpendicular a su eje longitudinal. …” Estas imágenes explican mejor como es el tipo de fuerza que se aplica y la simulación nos da otra muestra.</a:t>
            </a:r>
            <a:endParaRPr lang="es-AR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068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u="sng"/>
              <a:t>Tipos de ensayos:</a:t>
            </a:r>
            <a:endParaRPr lang="es-AR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AR" b="1" u="sng" dirty="0"/>
              <a:t>Ensayo de flexión en 2 puntos: </a:t>
            </a:r>
            <a:r>
              <a:rPr lang="es-AR" dirty="0"/>
              <a:t>La probeta se sujeta en un extremo y se somete a carga en el lado expuesto.</a:t>
            </a:r>
            <a:endParaRPr lang="es-AR" dirty="0">
              <a:ea typeface="Calibri"/>
              <a:cs typeface="Calibri"/>
            </a:endParaRPr>
          </a:p>
          <a:p>
            <a:endParaRPr lang="es-AR" dirty="0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067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s-AR" b="1" u="sng"/>
              <a:t>Ensayo de flexión en 3 puntos: </a:t>
            </a:r>
            <a:r>
              <a:rPr lang="es-AR"/>
              <a:t>La probeta se coloca sobre dos apoyos y se somete a carga en el centro.</a:t>
            </a:r>
            <a:endParaRPr lang="es-AR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3650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s-AR" b="1" u="sng" dirty="0"/>
              <a:t>Ensayo de flexión en 4 puntos: </a:t>
            </a:r>
            <a:r>
              <a:rPr lang="es-AR" dirty="0"/>
              <a:t>La probeta se coloca sobre dos apoyos y se somete a carga en el centro con un punzón de ensayo con dos puntos de presión.</a:t>
            </a:r>
            <a:endParaRPr lang="es-AR" dirty="0">
              <a:ea typeface="Calibri"/>
              <a:cs typeface="Calibri"/>
            </a:endParaRPr>
          </a:p>
          <a:p>
            <a:endParaRPr lang="es-AR" dirty="0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7112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Pero porque se flexionaría un metal, por ejemplo y no se lo fundiría directamente:</a:t>
            </a:r>
            <a:endParaRPr lang="es-AR">
              <a:ea typeface="Calibri"/>
              <a:cs typeface="Calibri"/>
            </a:endParaRPr>
          </a:p>
          <a:p>
            <a:r>
              <a:rPr lang="es-AR" dirty="0"/>
              <a:t>(Dar el ejemplo del palito de helado y el cartón corrugado, de una forma casi no resiste nada a la flexión, pero si ponemos su cara más fina apuntando para arriba vemos que aumenta su resistencia a la flexión)</a:t>
            </a:r>
            <a:endParaRPr lang="es-AR" dirty="0">
              <a:ea typeface="Calibri"/>
              <a:cs typeface="Calibri"/>
            </a:endParaRPr>
          </a:p>
          <a:p>
            <a:endParaRPr lang="es-AR" dirty="0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2812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>
                <a:ea typeface="Calibri"/>
                <a:cs typeface="Calibri"/>
              </a:rPr>
              <a:t>Un ejemplo que cumple con lo dicho son las vigas de los edificios, que por su forma adquieren mejores propiedades.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770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u="sng"/>
              <a:t>Ejemplos de objetos hechos con flexión:</a:t>
            </a:r>
            <a:endParaRPr lang="es-AR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2243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>
                <a:ea typeface="Calibri"/>
                <a:cs typeface="Calibri"/>
              </a:rPr>
              <a:t>Ejemplo 2:</a:t>
            </a:r>
          </a:p>
          <a:p>
            <a:r>
              <a:rPr lang="es-AR" dirty="0">
                <a:ea typeface="Calibri"/>
                <a:cs typeface="Calibri"/>
              </a:rPr>
              <a:t>Aquí se puede ver que cumplen una función decorativa, pero también podemos pensar que le aporta rigidez.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9977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>
                <a:ea typeface="Calibri"/>
                <a:cs typeface="Calibri"/>
              </a:rPr>
              <a:t>En este short vemos como un objeto que se podría hacer perfectamente por fundición prefieren hacerlo por este método ya que al </a:t>
            </a:r>
            <a:r>
              <a:rPr lang="es-AR">
                <a:ea typeface="Calibri"/>
                <a:cs typeface="Calibri"/>
              </a:rPr>
              <a:t>transformar</a:t>
            </a:r>
            <a:r>
              <a:rPr lang="es-AR" dirty="0">
                <a:ea typeface="Calibri"/>
                <a:cs typeface="Calibri"/>
              </a:rPr>
              <a:t> el material se permite estandarizar el proceso, no se necesita un molde para cada cosa que queremos hacer.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5682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>
                <a:ea typeface="Calibri"/>
                <a:cs typeface="Calibri"/>
              </a:rPr>
              <a:t>Muchas gracias por escuchar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5B9A4-7FB0-452C-A1F0-FA93B90DB43F}" type="slidenum"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791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22/09/2024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pUXs0VG9UQ?feature=oembed" TargetMode="Externa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7A59FC2-FCCD-E81B-2405-434B5B69C8CD}"/>
              </a:ext>
            </a:extLst>
          </p:cNvPr>
          <p:cNvSpPr/>
          <p:nvPr/>
        </p:nvSpPr>
        <p:spPr>
          <a:xfrm>
            <a:off x="3418114" y="7394"/>
            <a:ext cx="5155720" cy="6823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u="sng" dirty="0"/>
              <a:t>Flexión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6741AB-3CE4-0FA0-B463-28414B60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4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“…tipo de deformación que presenta un elemento estructural alargado en una dirección perpendicular a su eje longitudinal. …” </a:t>
            </a:r>
          </a:p>
        </p:txBody>
      </p:sp>
    </p:spTree>
    <p:extLst>
      <p:ext uri="{BB962C8B-B14F-4D97-AF65-F5344CB8AC3E}">
        <p14:creationId xmlns:p14="http://schemas.microsoft.com/office/powerpoint/2010/main" val="2711150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Marcador de contenido 3" descr="Forma, Rectángulo&#10;&#10;Descripción generada automáticamente">
            <a:extLst>
              <a:ext uri="{FF2B5EF4-FFF2-40B4-BE49-F238E27FC236}">
                <a16:creationId xmlns:a16="http://schemas.microsoft.com/office/drawing/2014/main" id="{4A5993C1-E437-0EE6-0C1E-EC85C6F57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48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33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501FD-F27F-2F64-57D5-A734CB15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>
            <a:normAutofit/>
          </a:bodyPr>
          <a:lstStyle/>
          <a:p>
            <a:r>
              <a:rPr lang="es-ES" b="1" u="sng" dirty="0">
                <a:latin typeface="Calibri"/>
                <a:ea typeface="Calibri"/>
                <a:cs typeface="Calibri"/>
              </a:rPr>
              <a:t>Ensayo de flexión en 2 puntos: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536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1E7AD-E21C-1B42-35A0-562391F1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u="sng" dirty="0">
                <a:latin typeface="Calibri"/>
                <a:ea typeface="Calibri"/>
                <a:cs typeface="Calibri"/>
              </a:rPr>
              <a:t>Ensayo de flexión en 3 puntos: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339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BC7FA-6FDB-3631-0658-348F5B5C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u="sng" dirty="0">
                <a:latin typeface="Calibri"/>
                <a:ea typeface="Calibri"/>
                <a:cs typeface="Calibri"/>
              </a:rPr>
              <a:t>Ensayo de flexión en 4 puntos: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34532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DD5C1E-F7FE-0CD7-A0C8-D3527C85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>
                <a:solidFill>
                  <a:schemeClr val="bg1">
                    <a:lumMod val="95000"/>
                    <a:lumOff val="5000"/>
                  </a:schemeClr>
                </a:solidFill>
              </a:rPr>
              <a:t>¿Por qué se tendría en cuenta esta propiedad?</a:t>
            </a:r>
          </a:p>
        </p:txBody>
      </p:sp>
    </p:spTree>
    <p:extLst>
      <p:ext uri="{BB962C8B-B14F-4D97-AF65-F5344CB8AC3E}">
        <p14:creationId xmlns:p14="http://schemas.microsoft.com/office/powerpoint/2010/main" val="18090223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EBEAE-4D30-6A23-1473-6B3F2894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8077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Texto, Pizarra&#10;&#10;Descripción generada automáticamente">
            <a:extLst>
              <a:ext uri="{FF2B5EF4-FFF2-40B4-BE49-F238E27FC236}">
                <a16:creationId xmlns:a16="http://schemas.microsoft.com/office/drawing/2014/main" id="{DB1910CC-2309-DC26-28C0-9AFFF9F2D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51204" y="-158450"/>
            <a:ext cx="9499594" cy="7011149"/>
          </a:xfr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62A4182-EC28-3E06-8EA2-7EAE71D4DE50}"/>
              </a:ext>
            </a:extLst>
          </p:cNvPr>
          <p:cNvSpPr/>
          <p:nvPr/>
        </p:nvSpPr>
        <p:spPr>
          <a:xfrm>
            <a:off x="-7395" y="-7395"/>
            <a:ext cx="3646098" cy="685224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CBDD77-7C3E-857B-13FD-ED68D124C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15" y="379502"/>
            <a:ext cx="10515600" cy="1325563"/>
          </a:xfrm>
        </p:spPr>
        <p:txBody>
          <a:bodyPr/>
          <a:lstStyle/>
          <a:p>
            <a:r>
              <a:rPr lang="es-ES" b="1" u="sng" dirty="0"/>
              <a:t>Ejemplos:</a:t>
            </a:r>
          </a:p>
        </p:txBody>
      </p:sp>
    </p:spTree>
    <p:extLst>
      <p:ext uri="{BB962C8B-B14F-4D97-AF65-F5344CB8AC3E}">
        <p14:creationId xmlns:p14="http://schemas.microsoft.com/office/powerpoint/2010/main" val="55271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23000" b="-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19C88-50BE-9CFD-305B-89C08412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414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s multimedia en línea 3" title="ACERO DUCTIL">
            <a:hlinkClick r:id="" action="ppaction://media"/>
            <a:extLst>
              <a:ext uri="{FF2B5EF4-FFF2-40B4-BE49-F238E27FC236}">
                <a16:creationId xmlns:a16="http://schemas.microsoft.com/office/drawing/2014/main" id="{977C2ABC-D0D2-752A-FA5B-F8BBAE7856C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947125" y="42834"/>
            <a:ext cx="3808920" cy="6824242"/>
          </a:xfr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62766A4-5999-2BD9-F482-3A9C2DCE039E}"/>
              </a:ext>
            </a:extLst>
          </p:cNvPr>
          <p:cNvSpPr/>
          <p:nvPr/>
        </p:nvSpPr>
        <p:spPr>
          <a:xfrm>
            <a:off x="8835091" y="6983"/>
            <a:ext cx="3344173" cy="683787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A30C5E8-592F-2004-028A-BA0CA67D534C}"/>
              </a:ext>
            </a:extLst>
          </p:cNvPr>
          <p:cNvSpPr/>
          <p:nvPr/>
        </p:nvSpPr>
        <p:spPr>
          <a:xfrm>
            <a:off x="-6985" y="6982"/>
            <a:ext cx="2884098" cy="683787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2216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B4344-AD8E-A8DB-E5BB-01DE068B9007}"/>
              </a:ext>
            </a:extLst>
          </p:cNvPr>
          <p:cNvSpPr/>
          <p:nvPr/>
        </p:nvSpPr>
        <p:spPr>
          <a:xfrm>
            <a:off x="-7395" y="2438400"/>
            <a:ext cx="10403456" cy="20789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E03F41-C0BF-D319-A0E4-8A18C14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974" y="2967427"/>
            <a:ext cx="7180053" cy="908620"/>
          </a:xfrm>
        </p:spPr>
        <p:txBody>
          <a:bodyPr/>
          <a:lstStyle/>
          <a:p>
            <a:r>
              <a:rPr lang="es-ES" b="1" u="sng" dirty="0"/>
              <a:t>Muchas gracias por escuchar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07712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12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Flexión</vt:lpstr>
      <vt:lpstr>“…tipo de deformación que presenta un elemento estructural alargado en una dirección perpendicular a su eje longitudinal. …” </vt:lpstr>
      <vt:lpstr>Presentación de PowerPoint</vt:lpstr>
      <vt:lpstr>Ensayo de flexión en 2 puntos: </vt:lpstr>
      <vt:lpstr>Ensayo de flexión en 3 puntos: </vt:lpstr>
      <vt:lpstr>Ensayo de flexión en 4 puntos: </vt:lpstr>
      <vt:lpstr>¿Por qué se tendría en cuenta esta propiedad?</vt:lpstr>
      <vt:lpstr>Presentación de PowerPoint</vt:lpstr>
      <vt:lpstr>Ejemplos:</vt:lpstr>
      <vt:lpstr>Presentación de PowerPoint</vt:lpstr>
      <vt:lpstr>Presentación de PowerPoint</vt:lpstr>
      <vt:lpstr>Muchas gracias por escuchar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172</cp:revision>
  <dcterms:created xsi:type="dcterms:W3CDTF">2024-09-22T11:31:41Z</dcterms:created>
  <dcterms:modified xsi:type="dcterms:W3CDTF">2024-09-22T12:07:11Z</dcterms:modified>
</cp:coreProperties>
</file>