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  <p:sldId id="279" r:id="rId25"/>
    <p:sldId id="276" r:id="rId26"/>
    <p:sldId id="277" r:id="rId27"/>
    <p:sldId id="280" r:id="rId2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913AD-1796-9530-1393-BFBCEB217DF7}" v="401" dt="2024-08-13T15:10:17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E14324-B60C-4F74-B612-2F32BE322C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FBE3C8D-9548-4068-B02E-C7564C8A9F5C}">
      <dgm:prSet/>
      <dgm:spPr/>
      <dgm:t>
        <a:bodyPr/>
        <a:lstStyle/>
        <a:p>
          <a:r>
            <a:rPr lang="es-ES" b="1"/>
            <a:t>Industria Aero espacial</a:t>
          </a:r>
          <a:endParaRPr lang="en-US"/>
        </a:p>
      </dgm:t>
    </dgm:pt>
    <dgm:pt modelId="{197AE3E6-0868-47D4-89CD-DACD7DB04518}" type="parTrans" cxnId="{2BAA51F7-27A9-43BF-94BD-8DB190E5EEB8}">
      <dgm:prSet/>
      <dgm:spPr/>
      <dgm:t>
        <a:bodyPr/>
        <a:lstStyle/>
        <a:p>
          <a:endParaRPr lang="en-US"/>
        </a:p>
      </dgm:t>
    </dgm:pt>
    <dgm:pt modelId="{0DF8D51F-1283-41BF-8D6D-1A41DD7FC8D4}" type="sibTrans" cxnId="{2BAA51F7-27A9-43BF-94BD-8DB190E5EEB8}">
      <dgm:prSet/>
      <dgm:spPr/>
      <dgm:t>
        <a:bodyPr/>
        <a:lstStyle/>
        <a:p>
          <a:endParaRPr lang="en-US"/>
        </a:p>
      </dgm:t>
    </dgm:pt>
    <dgm:pt modelId="{0B4B35E9-F73F-4C77-9483-5C83386274E7}">
      <dgm:prSet/>
      <dgm:spPr/>
      <dgm:t>
        <a:bodyPr/>
        <a:lstStyle/>
        <a:p>
          <a:r>
            <a:rPr lang="es-ES" b="1"/>
            <a:t>Horno de fundición</a:t>
          </a:r>
          <a:endParaRPr lang="en-US"/>
        </a:p>
      </dgm:t>
    </dgm:pt>
    <dgm:pt modelId="{0ED913B3-476E-4B1F-A0BF-8954EA58FC99}" type="parTrans" cxnId="{4F3419DA-0D57-4442-8C1F-0C3C1A15C646}">
      <dgm:prSet/>
      <dgm:spPr/>
      <dgm:t>
        <a:bodyPr/>
        <a:lstStyle/>
        <a:p>
          <a:endParaRPr lang="en-US"/>
        </a:p>
      </dgm:t>
    </dgm:pt>
    <dgm:pt modelId="{39C9B1F7-A756-4879-BBA7-07FB42503C62}" type="sibTrans" cxnId="{4F3419DA-0D57-4442-8C1F-0C3C1A15C646}">
      <dgm:prSet/>
      <dgm:spPr/>
      <dgm:t>
        <a:bodyPr/>
        <a:lstStyle/>
        <a:p>
          <a:endParaRPr lang="en-US"/>
        </a:p>
      </dgm:t>
    </dgm:pt>
    <dgm:pt modelId="{96C2346E-639A-4D27-9092-9464840E4DD4}">
      <dgm:prSet/>
      <dgm:spPr/>
      <dgm:t>
        <a:bodyPr/>
        <a:lstStyle/>
        <a:p>
          <a:r>
            <a:rPr lang="es-ES" b="1"/>
            <a:t>Cohetes</a:t>
          </a:r>
          <a:endParaRPr lang="en-US"/>
        </a:p>
      </dgm:t>
    </dgm:pt>
    <dgm:pt modelId="{E6190277-3E7B-4916-9D32-BE201265D646}" type="parTrans" cxnId="{C36843DE-0537-4D0D-B9D9-3D532EAB3285}">
      <dgm:prSet/>
      <dgm:spPr/>
      <dgm:t>
        <a:bodyPr/>
        <a:lstStyle/>
        <a:p>
          <a:endParaRPr lang="en-US"/>
        </a:p>
      </dgm:t>
    </dgm:pt>
    <dgm:pt modelId="{19869AD7-6456-4D7B-B0E4-FAB46256DAC8}" type="sibTrans" cxnId="{C36843DE-0537-4D0D-B9D9-3D532EAB3285}">
      <dgm:prSet/>
      <dgm:spPr/>
      <dgm:t>
        <a:bodyPr/>
        <a:lstStyle/>
        <a:p>
          <a:endParaRPr lang="en-US"/>
        </a:p>
      </dgm:t>
    </dgm:pt>
    <dgm:pt modelId="{892AA8B4-172F-4B80-9C33-1AE7AAF5F571}" type="pres">
      <dgm:prSet presAssocID="{CCE14324-B60C-4F74-B612-2F32BE322C9A}" presName="root" presStyleCnt="0">
        <dgm:presLayoutVars>
          <dgm:dir/>
          <dgm:resizeHandles val="exact"/>
        </dgm:presLayoutVars>
      </dgm:prSet>
      <dgm:spPr/>
    </dgm:pt>
    <dgm:pt modelId="{866B2DEC-9F9D-4857-A0AE-073716006F08}" type="pres">
      <dgm:prSet presAssocID="{9FBE3C8D-9548-4068-B02E-C7564C8A9F5C}" presName="compNode" presStyleCnt="0"/>
      <dgm:spPr/>
    </dgm:pt>
    <dgm:pt modelId="{542A8F79-C199-43A8-A544-2C622D41DE91}" type="pres">
      <dgm:prSet presAssocID="{9FBE3C8D-9548-4068-B02E-C7564C8A9F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hete"/>
        </a:ext>
      </dgm:extLst>
    </dgm:pt>
    <dgm:pt modelId="{BEF6E393-14D8-4CBE-887A-750F95429A65}" type="pres">
      <dgm:prSet presAssocID="{9FBE3C8D-9548-4068-B02E-C7564C8A9F5C}" presName="spaceRect" presStyleCnt="0"/>
      <dgm:spPr/>
    </dgm:pt>
    <dgm:pt modelId="{991E5400-3950-41E9-B02B-01BB82EBE85C}" type="pres">
      <dgm:prSet presAssocID="{9FBE3C8D-9548-4068-B02E-C7564C8A9F5C}" presName="textRect" presStyleLbl="revTx" presStyleIdx="0" presStyleCnt="3">
        <dgm:presLayoutVars>
          <dgm:chMax val="1"/>
          <dgm:chPref val="1"/>
        </dgm:presLayoutVars>
      </dgm:prSet>
      <dgm:spPr/>
    </dgm:pt>
    <dgm:pt modelId="{067F9F30-E1BD-405D-B157-AA5B89D881A9}" type="pres">
      <dgm:prSet presAssocID="{0DF8D51F-1283-41BF-8D6D-1A41DD7FC8D4}" presName="sibTrans" presStyleCnt="0"/>
      <dgm:spPr/>
    </dgm:pt>
    <dgm:pt modelId="{09330783-0B8B-4690-A767-82AED327CD9E}" type="pres">
      <dgm:prSet presAssocID="{0B4B35E9-F73F-4C77-9483-5C83386274E7}" presName="compNode" presStyleCnt="0"/>
      <dgm:spPr/>
    </dgm:pt>
    <dgm:pt modelId="{EDD42BE3-0E11-495F-82E3-7B695CBDF7B8}" type="pres">
      <dgm:prSet presAssocID="{0B4B35E9-F73F-4C77-9483-5C83386274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1F573890-E442-4795-B8F2-D350E2929475}" type="pres">
      <dgm:prSet presAssocID="{0B4B35E9-F73F-4C77-9483-5C83386274E7}" presName="spaceRect" presStyleCnt="0"/>
      <dgm:spPr/>
    </dgm:pt>
    <dgm:pt modelId="{C5153F3E-BDDE-43B9-B5D3-A2476EE0FB4B}" type="pres">
      <dgm:prSet presAssocID="{0B4B35E9-F73F-4C77-9483-5C83386274E7}" presName="textRect" presStyleLbl="revTx" presStyleIdx="1" presStyleCnt="3">
        <dgm:presLayoutVars>
          <dgm:chMax val="1"/>
          <dgm:chPref val="1"/>
        </dgm:presLayoutVars>
      </dgm:prSet>
      <dgm:spPr/>
    </dgm:pt>
    <dgm:pt modelId="{4C7E4557-6554-48FF-B82F-997EC7F05008}" type="pres">
      <dgm:prSet presAssocID="{39C9B1F7-A756-4879-BBA7-07FB42503C62}" presName="sibTrans" presStyleCnt="0"/>
      <dgm:spPr/>
    </dgm:pt>
    <dgm:pt modelId="{2C614581-01A5-4828-B47F-CBDC0C782111}" type="pres">
      <dgm:prSet presAssocID="{96C2346E-639A-4D27-9092-9464840E4DD4}" presName="compNode" presStyleCnt="0"/>
      <dgm:spPr/>
    </dgm:pt>
    <dgm:pt modelId="{A4148C0C-8893-4D5D-97D2-3FD45B42488F}" type="pres">
      <dgm:prSet presAssocID="{96C2346E-639A-4D27-9092-9464840E4DD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3A62A8A8-52DE-4F3A-8DCB-2FF3E2A3E637}" type="pres">
      <dgm:prSet presAssocID="{96C2346E-639A-4D27-9092-9464840E4DD4}" presName="spaceRect" presStyleCnt="0"/>
      <dgm:spPr/>
    </dgm:pt>
    <dgm:pt modelId="{C523F48F-A7A7-4236-8EC2-45F6E1087993}" type="pres">
      <dgm:prSet presAssocID="{96C2346E-639A-4D27-9092-9464840E4DD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0AC820A-2694-4513-8533-74FE0795805B}" type="presOf" srcId="{96C2346E-639A-4D27-9092-9464840E4DD4}" destId="{C523F48F-A7A7-4236-8EC2-45F6E1087993}" srcOrd="0" destOrd="0" presId="urn:microsoft.com/office/officeart/2018/2/layout/IconLabelList"/>
    <dgm:cxn modelId="{4E63CA0E-C956-4E2F-AB44-4411B73FE621}" type="presOf" srcId="{CCE14324-B60C-4F74-B612-2F32BE322C9A}" destId="{892AA8B4-172F-4B80-9C33-1AE7AAF5F571}" srcOrd="0" destOrd="0" presId="urn:microsoft.com/office/officeart/2018/2/layout/IconLabelList"/>
    <dgm:cxn modelId="{86035F51-1BAF-43C0-AC52-A2473600EC0E}" type="presOf" srcId="{0B4B35E9-F73F-4C77-9483-5C83386274E7}" destId="{C5153F3E-BDDE-43B9-B5D3-A2476EE0FB4B}" srcOrd="0" destOrd="0" presId="urn:microsoft.com/office/officeart/2018/2/layout/IconLabelList"/>
    <dgm:cxn modelId="{1090BD8A-1A86-496D-8A2A-CBA2CCB5F848}" type="presOf" srcId="{9FBE3C8D-9548-4068-B02E-C7564C8A9F5C}" destId="{991E5400-3950-41E9-B02B-01BB82EBE85C}" srcOrd="0" destOrd="0" presId="urn:microsoft.com/office/officeart/2018/2/layout/IconLabelList"/>
    <dgm:cxn modelId="{4F3419DA-0D57-4442-8C1F-0C3C1A15C646}" srcId="{CCE14324-B60C-4F74-B612-2F32BE322C9A}" destId="{0B4B35E9-F73F-4C77-9483-5C83386274E7}" srcOrd="1" destOrd="0" parTransId="{0ED913B3-476E-4B1F-A0BF-8954EA58FC99}" sibTransId="{39C9B1F7-A756-4879-BBA7-07FB42503C62}"/>
    <dgm:cxn modelId="{C36843DE-0537-4D0D-B9D9-3D532EAB3285}" srcId="{CCE14324-B60C-4F74-B612-2F32BE322C9A}" destId="{96C2346E-639A-4D27-9092-9464840E4DD4}" srcOrd="2" destOrd="0" parTransId="{E6190277-3E7B-4916-9D32-BE201265D646}" sibTransId="{19869AD7-6456-4D7B-B0E4-FAB46256DAC8}"/>
    <dgm:cxn modelId="{2BAA51F7-27A9-43BF-94BD-8DB190E5EEB8}" srcId="{CCE14324-B60C-4F74-B612-2F32BE322C9A}" destId="{9FBE3C8D-9548-4068-B02E-C7564C8A9F5C}" srcOrd="0" destOrd="0" parTransId="{197AE3E6-0868-47D4-89CD-DACD7DB04518}" sibTransId="{0DF8D51F-1283-41BF-8D6D-1A41DD7FC8D4}"/>
    <dgm:cxn modelId="{334FA280-40B9-4345-BAD8-2F3F2C347C57}" type="presParOf" srcId="{892AA8B4-172F-4B80-9C33-1AE7AAF5F571}" destId="{866B2DEC-9F9D-4857-A0AE-073716006F08}" srcOrd="0" destOrd="0" presId="urn:microsoft.com/office/officeart/2018/2/layout/IconLabelList"/>
    <dgm:cxn modelId="{3133E862-2206-4013-8582-24025B7E13EB}" type="presParOf" srcId="{866B2DEC-9F9D-4857-A0AE-073716006F08}" destId="{542A8F79-C199-43A8-A544-2C622D41DE91}" srcOrd="0" destOrd="0" presId="urn:microsoft.com/office/officeart/2018/2/layout/IconLabelList"/>
    <dgm:cxn modelId="{CCEECECE-FECB-467F-B27F-C1CF1E574A3B}" type="presParOf" srcId="{866B2DEC-9F9D-4857-A0AE-073716006F08}" destId="{BEF6E393-14D8-4CBE-887A-750F95429A65}" srcOrd="1" destOrd="0" presId="urn:microsoft.com/office/officeart/2018/2/layout/IconLabelList"/>
    <dgm:cxn modelId="{51BDBF5A-236E-4408-B997-83981D4E58F2}" type="presParOf" srcId="{866B2DEC-9F9D-4857-A0AE-073716006F08}" destId="{991E5400-3950-41E9-B02B-01BB82EBE85C}" srcOrd="2" destOrd="0" presId="urn:microsoft.com/office/officeart/2018/2/layout/IconLabelList"/>
    <dgm:cxn modelId="{3D8E3680-9673-4C71-90D1-A721004547CA}" type="presParOf" srcId="{892AA8B4-172F-4B80-9C33-1AE7AAF5F571}" destId="{067F9F30-E1BD-405D-B157-AA5B89D881A9}" srcOrd="1" destOrd="0" presId="urn:microsoft.com/office/officeart/2018/2/layout/IconLabelList"/>
    <dgm:cxn modelId="{DD429F1E-8347-4432-8461-9E043BF08A97}" type="presParOf" srcId="{892AA8B4-172F-4B80-9C33-1AE7AAF5F571}" destId="{09330783-0B8B-4690-A767-82AED327CD9E}" srcOrd="2" destOrd="0" presId="urn:microsoft.com/office/officeart/2018/2/layout/IconLabelList"/>
    <dgm:cxn modelId="{F97B36B0-91C0-462D-BC97-CCAFE746A370}" type="presParOf" srcId="{09330783-0B8B-4690-A767-82AED327CD9E}" destId="{EDD42BE3-0E11-495F-82E3-7B695CBDF7B8}" srcOrd="0" destOrd="0" presId="urn:microsoft.com/office/officeart/2018/2/layout/IconLabelList"/>
    <dgm:cxn modelId="{2F498FC5-F4D3-4E8D-97F9-2E1ED69474BD}" type="presParOf" srcId="{09330783-0B8B-4690-A767-82AED327CD9E}" destId="{1F573890-E442-4795-B8F2-D350E2929475}" srcOrd="1" destOrd="0" presId="urn:microsoft.com/office/officeart/2018/2/layout/IconLabelList"/>
    <dgm:cxn modelId="{18D7F0F0-36EB-4070-90E1-0FCFDC3BF449}" type="presParOf" srcId="{09330783-0B8B-4690-A767-82AED327CD9E}" destId="{C5153F3E-BDDE-43B9-B5D3-A2476EE0FB4B}" srcOrd="2" destOrd="0" presId="urn:microsoft.com/office/officeart/2018/2/layout/IconLabelList"/>
    <dgm:cxn modelId="{491C4E55-E58E-41C5-9F5C-ED0177F949E8}" type="presParOf" srcId="{892AA8B4-172F-4B80-9C33-1AE7AAF5F571}" destId="{4C7E4557-6554-48FF-B82F-997EC7F05008}" srcOrd="3" destOrd="0" presId="urn:microsoft.com/office/officeart/2018/2/layout/IconLabelList"/>
    <dgm:cxn modelId="{168A9163-9862-4D75-A4E3-B3F5406C77B1}" type="presParOf" srcId="{892AA8B4-172F-4B80-9C33-1AE7AAF5F571}" destId="{2C614581-01A5-4828-B47F-CBDC0C782111}" srcOrd="4" destOrd="0" presId="urn:microsoft.com/office/officeart/2018/2/layout/IconLabelList"/>
    <dgm:cxn modelId="{FF0D5A41-A7F4-42F4-8AA2-7E0045044CAA}" type="presParOf" srcId="{2C614581-01A5-4828-B47F-CBDC0C782111}" destId="{A4148C0C-8893-4D5D-97D2-3FD45B42488F}" srcOrd="0" destOrd="0" presId="urn:microsoft.com/office/officeart/2018/2/layout/IconLabelList"/>
    <dgm:cxn modelId="{D37F7C6F-9B89-4FF2-A50A-A780153148CE}" type="presParOf" srcId="{2C614581-01A5-4828-B47F-CBDC0C782111}" destId="{3A62A8A8-52DE-4F3A-8DCB-2FF3E2A3E637}" srcOrd="1" destOrd="0" presId="urn:microsoft.com/office/officeart/2018/2/layout/IconLabelList"/>
    <dgm:cxn modelId="{539E493B-85B2-492F-9491-FDF2165F00B2}" type="presParOf" srcId="{2C614581-01A5-4828-B47F-CBDC0C782111}" destId="{C523F48F-A7A7-4236-8EC2-45F6E10879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A8F79-C199-43A8-A544-2C622D41DE91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E5400-3950-41E9-B02B-01BB82EBE85C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/>
            <a:t>Industria Aero espacial</a:t>
          </a:r>
          <a:endParaRPr lang="en-US" sz="2500" kern="1200"/>
        </a:p>
      </dsp:txBody>
      <dsp:txXfrm>
        <a:off x="417971" y="2644140"/>
        <a:ext cx="2889450" cy="720000"/>
      </dsp:txXfrm>
    </dsp:sp>
    <dsp:sp modelId="{EDD42BE3-0E11-495F-82E3-7B695CBDF7B8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53F3E-BDDE-43B9-B5D3-A2476EE0FB4B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/>
            <a:t>Horno de fundición</a:t>
          </a:r>
          <a:endParaRPr lang="en-US" sz="2500" kern="1200"/>
        </a:p>
      </dsp:txBody>
      <dsp:txXfrm>
        <a:off x="3813075" y="2644140"/>
        <a:ext cx="2889450" cy="720000"/>
      </dsp:txXfrm>
    </dsp:sp>
    <dsp:sp modelId="{A4148C0C-8893-4D5D-97D2-3FD45B42488F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3F48F-A7A7-4236-8EC2-45F6E1087993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/>
            <a:t>Cohetes</a:t>
          </a:r>
          <a:endParaRPr lang="en-US" sz="2500" kern="1200"/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36BC9-777A-4DF7-805E-135EC45189E7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3B19B-09A2-4C51-A94A-7A06EE5B449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797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5661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la combinación de dos o mas metales para la creación de una mescla homogénea que mejora ciertas propiedades de cada uno de los componentes de esta mescla.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659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estaría encontrando nada sobre la fabricación en sí, pero si descubrí que se suele extraer el níquel en minas de cielo abierto y que “sale” con otros minerales como el cobre y el hierro. Para separarlo de estos otros materiales se los trituran, se los pasan por imanes (para separar el hierro) y se lo somete a procesos de decantación (separar el níquel del cobre). Después supongo que la aleación de níquel cromo tendrá un proceso similar a la de otros materiales para su fabricación.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531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aleación está compuesta de un 80% de níquel y un 20% de cromo (existen variantes).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0100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Propiedades físicas: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4325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Propiedades ópticas: Es parecido al acero inoxidable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0920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Densidad:</a:t>
            </a:r>
            <a:r>
              <a:rPr lang="es-A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8,4 g/cm3 (bastante poco en comparación elementos de transición)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4890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AR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Propiedades eléctricas</a:t>
            </a:r>
            <a:endParaRPr lang="es-A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AR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Resistividad: (20°c)</a:t>
            </a:r>
            <a:endParaRPr lang="es-A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1.09+/-0.05(diámetro &lt;0.5mm)</a:t>
            </a:r>
            <a:endParaRPr lang="es-A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1,13+/-0,05 (diámetro: 0,50-3,00 mm)</a:t>
            </a:r>
            <a:endParaRPr lang="es-A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1,14+/-0,05 (diámetro: &gt;3,0 mm)</a:t>
            </a:r>
            <a:endParaRPr lang="es-A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 bien no es la mejor es útil que se mantiene estable con el aumento de la sección.</a:t>
            </a:r>
            <a:endParaRPr lang="es-A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6456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Conductividad térmica: 60.3KJ/</a:t>
            </a:r>
            <a:r>
              <a:rPr lang="es-A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m.h.°c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mucha para ser un aislante, pero poca en comparación con la del aluminio o el cobre, es similar a la del hierro o algunos aceros inoxidables, similar a la de aleaciones mas comunes.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3053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Propiedades químicas: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9973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Resistencia a la oxidación y corrosión: Es alta a temperaturas altas y normales, salvo en atmósferas con azufre.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6172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u="sng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Propiedades mecánicas: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2450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Alta resistencia mecánica en todo su rango de temperaturas de uso.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9822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Permanece dúctil (calculo que también maleable) después de un uso intensivo.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2925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Dureza: 180Hv (es bastante en comparación del aluminio o el cobre, similar al acero suave, pero se queda muy atrás de un acero endurecido por mucho).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67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Alargamiento a la ruptura:30%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4327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Límite de elasticidad: 420N/mm</a:t>
            </a:r>
            <a:r>
              <a:rPr lang="es-AR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(esta de la mitad de la tabla para arriba)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9311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Resistencia a la fluencia: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800°c=15N/mm</a:t>
            </a:r>
            <a:r>
              <a:rPr lang="es-AR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1000°c=4N/mm</a:t>
            </a:r>
            <a:r>
              <a:rPr lang="es-AR" sz="18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38244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Tiene puntos de fusión de 1400°c y una temperatura de trabajo máxima de unos 1200°c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70379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Usos de la aleación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3691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Debido a su altísimo costo (el níquel vale unos 16000 pesos argentinos por kilo y el cromo es muchísimo mas caro) se lo usa en aplicaciones muy específicas.</a:t>
            </a: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3B19B-09A2-4C51-A94A-7A06EE5B449E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217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BD89F-51B1-4F7F-8390-F7407DDAF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F10266-5489-4514-96E9-333D5E35B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FD500C-C246-40D2-BC9C-8CE72EBD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86548A-A255-434F-B1B0-C28BCBC6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47AF39-43A3-4D80-A92B-78B77F9A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619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D9021-819E-4388-B87A-BE95522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5815CD-622A-4B6E-9C7F-8529973FB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2EAD38-0B4B-48CD-A178-8E8391A3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C1CDCD-32C0-4C6F-88D0-912E950B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258902-DD4D-4C95-AD6E-49935F7D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205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5FB96-7F69-4FDD-BA07-36A02892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834B99-5C91-44B0-AF37-8D99FBC6C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B13CB3-4E62-452E-B32C-E75911FD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71F9DD-A6B1-4F04-9244-A6CF50BD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5A474A-0AD2-4454-AD5A-74450AC4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535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737C6-06D1-4EA2-8F2F-C216DA57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D453E-75B6-459A-AB60-9DBBFF640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18A9E2-7368-475B-8A82-B5F29F801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12490D-D131-4ED6-A774-A7E7D8AF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A1FE11-C46E-4E06-AA9F-EC783795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DE5431-03A9-4709-BEB0-588E4425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254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D8CB1-58BA-4BD8-A670-B404F62D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696419-453C-4365-85CB-0EE960EF4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60E5E3-64BE-4BC7-BAFB-7D2A4B336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9A1737-9ECB-4D4E-B3BC-E482FB7B4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364491-AE1A-44F1-86EC-C67D5A30E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06BBA5-0D08-45D5-93FB-7CCF4C4C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56FE99-066F-4AD4-A7CC-FACD90D9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84B63A-5BCA-42D0-8A31-E7F1DE14E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839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E6880-9424-4A10-831C-4A3C1296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1A81FC-A521-4513-86D4-F8A5E8B3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7030F0-15CC-4DED-A488-5EF50B30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A55B50-2BBE-4FC6-892A-D2DFDB85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969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554D21C-2DBE-40A8-B2DC-BE500BD8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560527-B772-463E-816B-AB0D899C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9A8C74-FB0F-44C5-8196-B74612CA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660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73BD6-CB9F-43B5-84E5-E3E52541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6659D-0458-4B39-88F5-B48D9484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A4808E-1574-4582-948C-7205B60A2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A38ECB-7430-4B1E-A7B6-27D6EB0B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BB7458-C2F2-42E0-91B0-C554AD3B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74D5E6-C49B-4077-9844-E7B62C68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91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363B6-8839-4E7C-88A4-15B48929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66C63B-7665-4E13-91E6-4FD641FA8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42FB64-CB92-42D0-8521-9692CE8CF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FB362F-58E2-4D1F-9391-D33C88F1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D196E5-5EE9-4C5D-883F-1E0BAD81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455D64-53E1-4F91-8CB3-4A81C895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616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1E129-0A3F-48D8-9267-C86E4EC4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F0CDFB-DC7E-4D65-A81B-484169BB0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075A1F-7FE5-4005-890E-21CB43E6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B270B3-EBC1-47C8-AB2B-21C1671B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F98170-18F4-426A-AE06-813B3386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335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32B047-39BC-4BE9-AF2C-F1DA1FA53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EAC616-78C2-4D24-8713-1A2022783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641BB-CA4C-423B-83A5-6E6E45F4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77F724-7CE7-4385-9750-303EF378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B17478-F80A-494D-831C-C14223E0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381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4CFC86-7A1C-4B59-8342-12DB68B1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AD130A-8AC8-491A-A7BC-50EF9F80B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31281-3604-46D6-80FA-02D439A9C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8EE4-454E-44D4-AA4B-9A99C7F6A475}" type="datetimeFigureOut">
              <a:rPr lang="es-AR" smtClean="0"/>
              <a:t>25/8/2024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5FE4F-7024-4FDA-800B-E1A155B3F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20E6A0-3BAC-4859-AC3B-87AF34E6F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A1CEB-0173-459F-A326-237EC37351F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430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ristales de estibina">
            <a:extLst>
              <a:ext uri="{FF2B5EF4-FFF2-40B4-BE49-F238E27FC236}">
                <a16:creationId xmlns:a16="http://schemas.microsoft.com/office/drawing/2014/main" id="{0BD85DE9-D69B-13E9-D308-1F6FCD03E1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3979" r="-1" b="1412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0E2FAB-2C6F-425C-8468-3AE41D92F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Aleación de Níquel Cromo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30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4" descr="Primer plano de un eslabón de cadena">
            <a:extLst>
              <a:ext uri="{FF2B5EF4-FFF2-40B4-BE49-F238E27FC236}">
                <a16:creationId xmlns:a16="http://schemas.microsoft.com/office/drawing/2014/main" id="{2F2E29F6-491C-B5A7-1D7E-C4F093B711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3980" r="-2" b="11623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FF8F27-CFC7-4537-A2D1-3DE2A62BA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986" y="1671566"/>
            <a:ext cx="5170861" cy="4072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000">
                <a:solidFill>
                  <a:srgbClr val="FFFFFF"/>
                </a:solidFill>
              </a:rPr>
              <a:t>“Es la combinación de dos metales”</a:t>
            </a:r>
          </a:p>
        </p:txBody>
      </p:sp>
    </p:spTree>
    <p:extLst>
      <p:ext uri="{BB962C8B-B14F-4D97-AF65-F5344CB8AC3E}">
        <p14:creationId xmlns:p14="http://schemas.microsoft.com/office/powerpoint/2010/main" val="276976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rgentina reinicia la minería de cobre en medio de tensiones ambientales">
            <a:extLst>
              <a:ext uri="{FF2B5EF4-FFF2-40B4-BE49-F238E27FC236}">
                <a16:creationId xmlns:a16="http://schemas.microsoft.com/office/drawing/2014/main" id="{C4241456-64A9-499E-9268-106479A4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5678" y="1123527"/>
            <a:ext cx="9180638" cy="46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91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D91BA70-6806-0967-85B6-7276057D3991}"/>
              </a:ext>
            </a:extLst>
          </p:cNvPr>
          <p:cNvSpPr/>
          <p:nvPr/>
        </p:nvSpPr>
        <p:spPr>
          <a:xfrm>
            <a:off x="7192788" y="-4108"/>
            <a:ext cx="4995924" cy="68752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0B8F43-0F13-66F9-E90D-F6B19D7AEC13}"/>
              </a:ext>
            </a:extLst>
          </p:cNvPr>
          <p:cNvSpPr/>
          <p:nvPr/>
        </p:nvSpPr>
        <p:spPr>
          <a:xfrm>
            <a:off x="2874" y="-5751"/>
            <a:ext cx="7183749" cy="6869501"/>
          </a:xfrm>
          <a:prstGeom prst="rect">
            <a:avLst/>
          </a:prstGeom>
          <a:solidFill>
            <a:srgbClr val="ED7D3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A504DC-9FD7-5EA6-6206-694565DCD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257" y="3133965"/>
            <a:ext cx="3283789" cy="6994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s-ES" sz="4800" b="1" dirty="0">
                <a:ea typeface="Calibri"/>
                <a:cs typeface="Calibri"/>
              </a:rPr>
              <a:t>80% Níquel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2E7240-4148-C286-856D-734A88CD5D85}"/>
              </a:ext>
            </a:extLst>
          </p:cNvPr>
          <p:cNvSpPr txBox="1"/>
          <p:nvPr/>
        </p:nvSpPr>
        <p:spPr>
          <a:xfrm>
            <a:off x="8113760" y="3009797"/>
            <a:ext cx="315521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800" b="1" dirty="0">
                <a:ea typeface="Calibri"/>
                <a:cs typeface="Calibri"/>
              </a:rPr>
              <a:t>20% Cromo</a:t>
            </a:r>
          </a:p>
        </p:txBody>
      </p:sp>
    </p:spTree>
    <p:extLst>
      <p:ext uri="{BB962C8B-B14F-4D97-AF65-F5344CB8AC3E}">
        <p14:creationId xmlns:p14="http://schemas.microsoft.com/office/powerpoint/2010/main" val="21167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órmulas escritas en una pizarra">
            <a:extLst>
              <a:ext uri="{FF2B5EF4-FFF2-40B4-BE49-F238E27FC236}">
                <a16:creationId xmlns:a16="http://schemas.microsoft.com/office/drawing/2014/main" id="{7B54F29E-1E56-CC1F-A2AF-7F4F4CDB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5726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2DABAF-D1AE-F2AA-D966-6C0BCEA5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u="sng">
                <a:solidFill>
                  <a:srgbClr val="FFFFFF"/>
                </a:solidFill>
              </a:rPr>
              <a:t>Propiedades físicas:</a:t>
            </a:r>
            <a:endParaRPr lang="en-US" sz="5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41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ristales de estibina">
            <a:extLst>
              <a:ext uri="{FF2B5EF4-FFF2-40B4-BE49-F238E27FC236}">
                <a16:creationId xmlns:a16="http://schemas.microsoft.com/office/drawing/2014/main" id="{5E111219-CBCE-6CB8-2228-612D04D98C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29" r="-2" b="136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26A610-EFAA-F989-AA3A-C6F049BE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Es parecido al acero inoxidable</a:t>
            </a:r>
          </a:p>
        </p:txBody>
      </p:sp>
    </p:spTree>
    <p:extLst>
      <p:ext uri="{BB962C8B-B14F-4D97-AF65-F5344CB8AC3E}">
        <p14:creationId xmlns:p14="http://schemas.microsoft.com/office/powerpoint/2010/main" val="402125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 descr="Vista microscópica de células">
            <a:extLst>
              <a:ext uri="{FF2B5EF4-FFF2-40B4-BE49-F238E27FC236}">
                <a16:creationId xmlns:a16="http://schemas.microsoft.com/office/drawing/2014/main" id="{2AEC235C-5695-705C-39D5-DB6E85BBF9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1930" r="-2" b="1297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3B02E7-15AB-5227-20EC-204A7754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Densidad: 8,4 g/cm3 </a:t>
            </a:r>
          </a:p>
        </p:txBody>
      </p:sp>
    </p:spTree>
    <p:extLst>
      <p:ext uri="{BB962C8B-B14F-4D97-AF65-F5344CB8AC3E}">
        <p14:creationId xmlns:p14="http://schemas.microsoft.com/office/powerpoint/2010/main" val="197490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461F83-6416-9C2A-F0D5-3BDFCB03B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52" y="487122"/>
            <a:ext cx="11113039" cy="56604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3600" b="1" dirty="0">
                <a:solidFill>
                  <a:schemeClr val="tx1">
                    <a:alpha val="80000"/>
                  </a:schemeClr>
                </a:solidFill>
                <a:latin typeface="Arial"/>
                <a:cs typeface="Arial"/>
              </a:rPr>
              <a:t>Resistividad: (20°c)</a:t>
            </a:r>
            <a:endParaRPr lang="es-ES" sz="3600" b="1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s-ES" sz="3600" b="1" dirty="0">
                <a:solidFill>
                  <a:schemeClr val="tx1">
                    <a:alpha val="80000"/>
                  </a:schemeClr>
                </a:solidFill>
                <a:latin typeface="Arial"/>
                <a:cs typeface="Arial"/>
              </a:rPr>
              <a:t>1.09+/-0.05(diámetro &lt;0.5mm)</a:t>
            </a:r>
            <a:endParaRPr lang="es-ES" sz="3600" b="1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s-ES" sz="3600" b="1" dirty="0">
                <a:solidFill>
                  <a:schemeClr val="tx1">
                    <a:alpha val="80000"/>
                  </a:schemeClr>
                </a:solidFill>
                <a:latin typeface="Arial"/>
                <a:cs typeface="Arial"/>
              </a:rPr>
              <a:t>1,13+/-0,05 (diámetro: 0,50-3,00 mm)</a:t>
            </a:r>
            <a:endParaRPr lang="es-ES" sz="3600" b="1" dirty="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s-ES" sz="3600" b="1" dirty="0">
                <a:solidFill>
                  <a:schemeClr val="tx1">
                    <a:alpha val="80000"/>
                  </a:schemeClr>
                </a:solidFill>
                <a:latin typeface="Arial"/>
                <a:cs typeface="Arial"/>
              </a:rPr>
              <a:t>1,14+/-0,05 (diámetro: &gt;3,0 mm)</a:t>
            </a:r>
            <a:endParaRPr lang="es-ES" sz="3600" b="1" dirty="0">
              <a:solidFill>
                <a:schemeClr val="tx1">
                  <a:alpha val="80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endParaRPr lang="es-ES" sz="24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20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F2658BF-3A2C-AEA4-30ED-6C07C5C6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Conductividad térmica: 60.3KJ/m.h.°c</a:t>
            </a:r>
          </a:p>
          <a:p>
            <a:endParaRPr lang="en-US" sz="5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194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 descr="Instrumentos de vidrio de laboratorio con soluciones químicas">
            <a:extLst>
              <a:ext uri="{FF2B5EF4-FFF2-40B4-BE49-F238E27FC236}">
                <a16:creationId xmlns:a16="http://schemas.microsoft.com/office/drawing/2014/main" id="{484B5841-EDE6-BB00-491A-E448C03CD3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042" r="-2" b="957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5" name="Rectangle 9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BBE36E-9194-3BDD-82B0-8128C86A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54845"/>
            <a:ext cx="10656891" cy="39026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b="1" u="sng">
                <a:solidFill>
                  <a:srgbClr val="FFFFFF"/>
                </a:solidFill>
              </a:rPr>
              <a:t>Propiedades químicas: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5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 descr="Explosión de polvo rosa y verde">
            <a:extLst>
              <a:ext uri="{FF2B5EF4-FFF2-40B4-BE49-F238E27FC236}">
                <a16:creationId xmlns:a16="http://schemas.microsoft.com/office/drawing/2014/main" id="{9C5F7C67-BFAF-4A1E-6F2D-D4051DCF2C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5180" r="-2" b="10783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BF1D2C9-0567-AC41-B2E7-F57A230A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Resistencia a la oxidación y corrosión </a:t>
            </a:r>
          </a:p>
        </p:txBody>
      </p:sp>
    </p:spTree>
    <p:extLst>
      <p:ext uri="{BB962C8B-B14F-4D97-AF65-F5344CB8AC3E}">
        <p14:creationId xmlns:p14="http://schemas.microsoft.com/office/powerpoint/2010/main" val="272340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rimer plano de los engranajes metálicos en una cerradura">
            <a:extLst>
              <a:ext uri="{FF2B5EF4-FFF2-40B4-BE49-F238E27FC236}">
                <a16:creationId xmlns:a16="http://schemas.microsoft.com/office/drawing/2014/main" id="{22118583-8F06-9429-4170-EFB1A6A19C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4862" r="-2" b="20186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8D65E4-5426-4779-A292-3D4D3D5A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u="sng">
                <a:solidFill>
                  <a:srgbClr val="FFFFFF"/>
                </a:solidFill>
              </a:rPr>
              <a:t>Propiedades mecánicas</a:t>
            </a:r>
            <a:endParaRPr lang="en-US" sz="6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009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granajes de cerca">
            <a:extLst>
              <a:ext uri="{FF2B5EF4-FFF2-40B4-BE49-F238E27FC236}">
                <a16:creationId xmlns:a16="http://schemas.microsoft.com/office/drawing/2014/main" id="{AFD57A0C-3F3D-3B8A-D380-4F06532C7E9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696" r="-2" b="129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11CBD8-6053-28B4-3956-B0B50D7A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Alta resistencia mecánica </a:t>
            </a:r>
          </a:p>
        </p:txBody>
      </p:sp>
    </p:spTree>
    <p:extLst>
      <p:ext uri="{BB962C8B-B14F-4D97-AF65-F5344CB8AC3E}">
        <p14:creationId xmlns:p14="http://schemas.microsoft.com/office/powerpoint/2010/main" val="4059573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0E57DA-5EEE-2C1E-7C64-D16A708A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>
                <a:solidFill>
                  <a:schemeClr val="bg1">
                    <a:lumMod val="95000"/>
                    <a:lumOff val="5000"/>
                  </a:schemeClr>
                </a:solidFill>
              </a:rPr>
              <a:t>Permanece dúctil </a:t>
            </a:r>
            <a:endParaRPr lang="en-US" sz="54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023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40BF71-90E6-96B6-34C8-F64DDB7A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>
                <a:solidFill>
                  <a:schemeClr val="bg1">
                    <a:lumMod val="95000"/>
                    <a:lumOff val="5000"/>
                  </a:schemeClr>
                </a:solidFill>
              </a:rPr>
              <a:t>Dureza: 180Hv </a:t>
            </a:r>
          </a:p>
        </p:txBody>
      </p:sp>
    </p:spTree>
    <p:extLst>
      <p:ext uri="{BB962C8B-B14F-4D97-AF65-F5344CB8AC3E}">
        <p14:creationId xmlns:p14="http://schemas.microsoft.com/office/powerpoint/2010/main" val="58797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EF428E-E998-9C79-C83C-35DCA905C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Alargamiento a la ruptura:30%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Prueba de resistencia a la rotura y alargamiento a la rotura -gester-instruments.com">
            <a:extLst>
              <a:ext uri="{FF2B5EF4-FFF2-40B4-BE49-F238E27FC236}">
                <a16:creationId xmlns:a16="http://schemas.microsoft.com/office/drawing/2014/main" id="{8F0DF03D-2B9B-3E9F-55B1-ADB89BC0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56" t="-53" r="28425" b="40"/>
          <a:stretch/>
        </p:blipFill>
        <p:spPr>
          <a:xfrm>
            <a:off x="7320246" y="801617"/>
            <a:ext cx="4196499" cy="651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7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EF7804-3D21-99E6-D7A4-13EEE3A6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2"/>
            <a:ext cx="428439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Límite de elasticidad: 420N/mm</a:t>
            </a:r>
            <a:r>
              <a:rPr lang="en-US" sz="6600" b="1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</a:t>
            </a:r>
            <a:endParaRPr lang="en-US" sz="6600" b="1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84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347C6-1EC8-9A34-81FF-B6516BC5CE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r="6250" b="625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4C5992-EFC4-1A94-4A15-F5A166D3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</a:rPr>
              <a:t>Resistencia a la fluencia:</a:t>
            </a:r>
          </a:p>
          <a:p>
            <a:pPr algn="ctr"/>
            <a:r>
              <a:rPr lang="en-US" sz="4800" b="1">
                <a:solidFill>
                  <a:srgbClr val="FFFFFF"/>
                </a:solidFill>
              </a:rPr>
              <a:t>800°c=15N/mm</a:t>
            </a:r>
            <a:r>
              <a:rPr lang="en-US" sz="4800" b="1" baseline="30000">
                <a:solidFill>
                  <a:srgbClr val="FFFFFF"/>
                </a:solidFill>
              </a:rPr>
              <a:t>2</a:t>
            </a:r>
            <a:endParaRPr lang="en-US" sz="4800" b="1">
              <a:solidFill>
                <a:srgbClr val="FFFFFF"/>
              </a:solidFill>
            </a:endParaRPr>
          </a:p>
          <a:p>
            <a:pPr algn="ctr"/>
            <a:r>
              <a:rPr lang="en-US" sz="4800" b="1">
                <a:solidFill>
                  <a:srgbClr val="FFFFFF"/>
                </a:solidFill>
              </a:rPr>
              <a:t>1000°c=4N/mm</a:t>
            </a:r>
            <a:r>
              <a:rPr lang="en-US" sz="4800" b="1" baseline="30000">
                <a:solidFill>
                  <a:srgbClr val="FFFFFF"/>
                </a:solidFill>
              </a:rPr>
              <a:t>2</a:t>
            </a:r>
            <a:endParaRPr lang="en-US" sz="4800" b="1">
              <a:solidFill>
                <a:srgbClr val="FFFFFF"/>
              </a:solidFill>
            </a:endParaRPr>
          </a:p>
          <a:p>
            <a:pPr algn="ctr"/>
            <a:endParaRPr lang="en-US" sz="4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674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n 3" descr="Qué tipos de aspecto considerar para la fabricación de hornos de fundición?  – Blog especializado en noticias de construcción minería y metalurgia | HLC">
            <a:extLst>
              <a:ext uri="{FF2B5EF4-FFF2-40B4-BE49-F238E27FC236}">
                <a16:creationId xmlns:a16="http://schemas.microsoft.com/office/drawing/2014/main" id="{36DBE317-91DA-CBEE-3D28-5A0292B8B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92" r="15721" b="-1"/>
          <a:stretch/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D5C961-0610-47DB-6616-51470C688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>
                <a:solidFill>
                  <a:schemeClr val="bg1"/>
                </a:solidFill>
                <a:ea typeface="Calibri"/>
                <a:cs typeface="Calibri"/>
              </a:rPr>
              <a:t>Punto de fusión 1400°c</a:t>
            </a:r>
          </a:p>
          <a:p>
            <a:r>
              <a:rPr lang="es-ES">
                <a:solidFill>
                  <a:schemeClr val="bg1"/>
                </a:solidFill>
                <a:ea typeface="Calibri"/>
                <a:cs typeface="Calibri"/>
              </a:rPr>
              <a:t>Punto de trabajo máximo 1200°c</a:t>
            </a: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0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ndo con diseño tecnológico">
            <a:extLst>
              <a:ext uri="{FF2B5EF4-FFF2-40B4-BE49-F238E27FC236}">
                <a16:creationId xmlns:a16="http://schemas.microsoft.com/office/drawing/2014/main" id="{46E4F0EF-4323-BC47-C176-62068B66D1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84" r="-2" b="10719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1B3517-698F-9FD8-ADA2-432FF941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Aplicaciones:</a:t>
            </a:r>
          </a:p>
        </p:txBody>
      </p:sp>
    </p:spTree>
    <p:extLst>
      <p:ext uri="{BB962C8B-B14F-4D97-AF65-F5344CB8AC3E}">
        <p14:creationId xmlns:p14="http://schemas.microsoft.com/office/powerpoint/2010/main" val="2205131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E6054491-5DE2-FFE2-6C5C-E1BC8597D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56872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1796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016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800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CF2809-798B-1BA8-FA87-C59356F8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>
                <a:solidFill>
                  <a:schemeClr val="bg1">
                    <a:lumMod val="95000"/>
                    <a:lumOff val="5000"/>
                  </a:schemeClr>
                </a:solidFill>
              </a:rPr>
              <a:t>Muchas gracias por escuchar</a:t>
            </a:r>
          </a:p>
        </p:txBody>
      </p:sp>
    </p:spTree>
    <p:extLst>
      <p:ext uri="{BB962C8B-B14F-4D97-AF65-F5344CB8AC3E}">
        <p14:creationId xmlns:p14="http://schemas.microsoft.com/office/powerpoint/2010/main" val="1856005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ab7462-3ab3-4846-8081-efe3ab324f9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BB0FB906CA642AB352487F2EF9600" ma:contentTypeVersion="18" ma:contentTypeDescription="Crear nuevo documento." ma:contentTypeScope="" ma:versionID="941c6cdbd9a48d74c99bceddf86c63bf">
  <xsd:schema xmlns:xsd="http://www.w3.org/2001/XMLSchema" xmlns:xs="http://www.w3.org/2001/XMLSchema" xmlns:p="http://schemas.microsoft.com/office/2006/metadata/properties" xmlns:ns3="0bab7462-3ab3-4846-8081-efe3ab324f97" xmlns:ns4="e9c33529-01c5-4c21-b2cb-9228cf13afc4" targetNamespace="http://schemas.microsoft.com/office/2006/metadata/properties" ma:root="true" ma:fieldsID="6086d98e34caf7316f9f5bb9595a7f89" ns3:_="" ns4:_="">
    <xsd:import namespace="0bab7462-3ab3-4846-8081-efe3ab324f97"/>
    <xsd:import namespace="e9c33529-01c5-4c21-b2cb-9228cf13afc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b7462-3ab3-4846-8081-efe3ab324f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33529-01c5-4c21-b2cb-9228cf13af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16CDB-D510-4FAC-8E67-0EA6FE087D12}">
  <ds:schemaRefs>
    <ds:schemaRef ds:uri="0bab7462-3ab3-4846-8081-efe3ab324f97"/>
    <ds:schemaRef ds:uri="http://purl.org/dc/elements/1.1/"/>
    <ds:schemaRef ds:uri="http://purl.org/dc/dcmitype/"/>
    <ds:schemaRef ds:uri="e9c33529-01c5-4c21-b2cb-9228cf13afc4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A8B84EB-33D3-4E30-868B-E43B54C535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ab7462-3ab3-4846-8081-efe3ab324f97"/>
    <ds:schemaRef ds:uri="e9c33529-01c5-4c21-b2cb-9228cf13af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ABB7D1-68BA-49EB-8DE6-A4B3193961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631</Words>
  <Application>Microsoft Office PowerPoint</Application>
  <PresentationFormat>Panorámica</PresentationFormat>
  <Paragraphs>79</Paragraphs>
  <Slides>24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Symbol</vt:lpstr>
      <vt:lpstr>Tema de Office</vt:lpstr>
      <vt:lpstr>Aleación de Níquel Cromo</vt:lpstr>
      <vt:lpstr>Presentación de PowerPoint</vt:lpstr>
      <vt:lpstr>Presentación de PowerPoint</vt:lpstr>
      <vt:lpstr>Presentación de PowerPoint</vt:lpstr>
      <vt:lpstr>Propiedades físicas:</vt:lpstr>
      <vt:lpstr>Es parecido al acero inoxidable</vt:lpstr>
      <vt:lpstr>Densidad: 8,4 g/cm3 </vt:lpstr>
      <vt:lpstr>Presentación de PowerPoint</vt:lpstr>
      <vt:lpstr>Conductividad térmica: 60.3KJ/m.h.°c </vt:lpstr>
      <vt:lpstr>Propiedades químicas:</vt:lpstr>
      <vt:lpstr>Resistencia a la oxidación y corrosión </vt:lpstr>
      <vt:lpstr>Propiedades mecánicas</vt:lpstr>
      <vt:lpstr>Alta resistencia mecánica </vt:lpstr>
      <vt:lpstr>Permanece dúctil </vt:lpstr>
      <vt:lpstr>Dureza: 180Hv </vt:lpstr>
      <vt:lpstr>Alargamiento a la ruptura:30% </vt:lpstr>
      <vt:lpstr>Límite de elasticidad: 420N/mm2</vt:lpstr>
      <vt:lpstr>Resistencia a la fluencia: 800°c=15N/mm2 1000°c=4N/mm2 </vt:lpstr>
      <vt:lpstr>Presentación de PowerPoint</vt:lpstr>
      <vt:lpstr>Aplicaciones:</vt:lpstr>
      <vt:lpstr>Presentación de PowerPoint</vt:lpstr>
      <vt:lpstr>Presentación de PowerPoint</vt:lpstr>
      <vt:lpstr>Presentación de PowerPoint</vt:lpstr>
      <vt:lpstr>Muchas gracias por escuchar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Aleación de Níquel Cromo</dc:title>
  <dc:creator>Joaquin Rodriguez Tortora</dc:creator>
  <cp:lastModifiedBy>Joaquin Rodriguez Tortora</cp:lastModifiedBy>
  <cp:revision>191</cp:revision>
  <dcterms:created xsi:type="dcterms:W3CDTF">2024-08-13T14:04:25Z</dcterms:created>
  <dcterms:modified xsi:type="dcterms:W3CDTF">2024-08-25T15:38:19Z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0x0101008E5BB0FB906CA642AB352487F2EF9600</vt:lpwstr>
  </property>
</Properties>
</file>