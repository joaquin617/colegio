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00FA0-6D10-40C2-BCAB-970888467A08}" v="19" dt="2024-05-02T18:26:50.727"/>
    <p1510:client id="{F78FC4A5-F568-441D-BD4C-642E0E45F27B}" v="74" dt="2024-05-02T18:22:30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12/05/2024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4B4CDA2-468B-4D33-991E-416302A602B7}"/>
              </a:ext>
            </a:extLst>
          </p:cNvPr>
          <p:cNvSpPr txBox="1"/>
          <p:nvPr/>
        </p:nvSpPr>
        <p:spPr>
          <a:xfrm>
            <a:off x="1582271" y="1926761"/>
            <a:ext cx="9049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b="1" u="sng" dirty="0"/>
              <a:t>Antecedentes a la constitución nacional</a:t>
            </a:r>
          </a:p>
        </p:txBody>
      </p:sp>
      <p:pic>
        <p:nvPicPr>
          <p:cNvPr id="1026" name="Picture 2" descr="Libro de leyes Imágenes de stock en blanco y negro - Alamy">
            <a:extLst>
              <a:ext uri="{FF2B5EF4-FFF2-40B4-BE49-F238E27FC236}">
                <a16:creationId xmlns:a16="http://schemas.microsoft.com/office/drawing/2014/main" id="{861E9237-B60C-45FD-8545-06BD57F367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09" t="23111" r="18363" b="29707"/>
          <a:stretch/>
        </p:blipFill>
        <p:spPr bwMode="auto">
          <a:xfrm>
            <a:off x="3675529" y="2767326"/>
            <a:ext cx="4840941" cy="38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07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8FFEB-9329-F730-CDF1-672302FD0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9" y="622270"/>
            <a:ext cx="819150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4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65FF5-748E-A31F-003E-9ECACE375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57037"/>
            <a:ext cx="10905066" cy="41439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9209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66E89-B7A5-E724-53E1-9C177676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61" y="617513"/>
            <a:ext cx="7746709" cy="9518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70DB37-4124-3BC4-CCBE-8727F7078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81" y="1709772"/>
            <a:ext cx="12192000" cy="510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68EB4C-E35E-4A72-44B7-DFA1A0CF3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1" y="622826"/>
            <a:ext cx="12192000" cy="457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9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CDCA2-55CC-AB60-96C6-7E8548D6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1" y="628199"/>
            <a:ext cx="12192000" cy="657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30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7E2F9-EECC-FA9C-7A40-6D4C8FA45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1" y="442117"/>
            <a:ext cx="12192000" cy="597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90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956CA-F634-DB42-E220-3F4741116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1" y="622029"/>
            <a:ext cx="12192000" cy="57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02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255B9-0725-51B0-F2C8-294263627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1" y="628199"/>
            <a:ext cx="12192000" cy="657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73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7BEA3-1C59-FA42-CA6C-0B2D1892D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1" y="628199"/>
            <a:ext cx="12192000" cy="657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1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9EF79-728A-A958-4DD2-34640F146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1" y="628199"/>
            <a:ext cx="12192000" cy="657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941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</Words>
  <Application>Microsoft Office PowerPoint</Application>
  <PresentationFormat>Panorámica</PresentationFormat>
  <Paragraphs>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Joaquin Rodriguez Tortora</cp:lastModifiedBy>
  <cp:revision>85</cp:revision>
  <dcterms:created xsi:type="dcterms:W3CDTF">2024-05-02T18:12:50Z</dcterms:created>
  <dcterms:modified xsi:type="dcterms:W3CDTF">2024-05-12T14:33:31Z</dcterms:modified>
</cp:coreProperties>
</file>